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86" r:id="rId6"/>
    <p:sldId id="282" r:id="rId7"/>
    <p:sldId id="259" r:id="rId8"/>
    <p:sldId id="279" r:id="rId9"/>
    <p:sldId id="280" r:id="rId10"/>
    <p:sldId id="283" r:id="rId11"/>
    <p:sldId id="261" r:id="rId12"/>
    <p:sldId id="284" r:id="rId13"/>
    <p:sldId id="28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406D"/>
    <a:srgbClr val="0F6F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89CAB-0658-4256-8B6B-75C3CBC8B1D0}" v="941" dt="2026-06-20T15:59:05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00" y="9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 Manuel Cabrera Martinez" userId="de830f41c0398f66" providerId="LiveId" clId="{1240F3F0-8636-4DC8-9D60-106172F8E104}"/>
    <pc:docChg chg="custSel addSld modSld">
      <pc:chgData name="Joan Manuel Cabrera Martinez" userId="de830f41c0398f66" providerId="LiveId" clId="{1240F3F0-8636-4DC8-9D60-106172F8E104}" dt="2026-01-29T14:31:12.263" v="17" actId="113"/>
      <pc:docMkLst>
        <pc:docMk/>
      </pc:docMkLst>
      <pc:sldChg chg="modSp mod">
        <pc:chgData name="Joan Manuel Cabrera Martinez" userId="de830f41c0398f66" providerId="LiveId" clId="{1240F3F0-8636-4DC8-9D60-106172F8E104}" dt="2026-01-29T14:31:12.263" v="17" actId="113"/>
        <pc:sldMkLst>
          <pc:docMk/>
          <pc:sldMk cId="2052525187" sldId="261"/>
        </pc:sldMkLst>
        <pc:graphicFrameChg chg="mod modGraphic">
          <ac:chgData name="Joan Manuel Cabrera Martinez" userId="de830f41c0398f66" providerId="LiveId" clId="{1240F3F0-8636-4DC8-9D60-106172F8E104}" dt="2026-01-29T14:31:12.263" v="17" actId="113"/>
          <ac:graphicFrameMkLst>
            <pc:docMk/>
            <pc:sldMk cId="2052525187" sldId="261"/>
            <ac:graphicFrameMk id="6" creationId="{D54A4DF5-3E85-B1F2-882E-4452AB946F86}"/>
          </ac:graphicFrameMkLst>
        </pc:graphicFrameChg>
      </pc:sldChg>
    </pc:docChg>
  </pc:docChgLst>
  <pc:docChgLst>
    <pc:chgData name="Joan Manuel Cabrera Martinez" userId="de830f41c0398f66" providerId="LiveId" clId="{01289CAB-0658-4256-8B6B-75C3CBC8B1D0}"/>
    <pc:docChg chg="undo redo custSel addSld delSld modSld">
      <pc:chgData name="Joan Manuel Cabrera Martinez" userId="de830f41c0398f66" providerId="LiveId" clId="{01289CAB-0658-4256-8B6B-75C3CBC8B1D0}" dt="2026-06-20T15:59:05.858" v="2874"/>
      <pc:docMkLst>
        <pc:docMk/>
      </pc:docMkLst>
      <pc:sldChg chg="del">
        <pc:chgData name="Joan Manuel Cabrera Martinez" userId="de830f41c0398f66" providerId="LiveId" clId="{01289CAB-0658-4256-8B6B-75C3CBC8B1D0}" dt="2026-06-16T17:26:02.610" v="0" actId="2696"/>
        <pc:sldMkLst>
          <pc:docMk/>
          <pc:sldMk cId="2663134348" sldId="265"/>
        </pc:sldMkLst>
      </pc:sldChg>
      <pc:sldChg chg="modSp mod">
        <pc:chgData name="Joan Manuel Cabrera Martinez" userId="de830f41c0398f66" providerId="LiveId" clId="{01289CAB-0658-4256-8B6B-75C3CBC8B1D0}" dt="2026-06-16T17:26:49.302" v="1" actId="313"/>
        <pc:sldMkLst>
          <pc:docMk/>
          <pc:sldMk cId="3826185163" sldId="284"/>
        </pc:sldMkLst>
        <pc:spChg chg="mod">
          <ac:chgData name="Joan Manuel Cabrera Martinez" userId="de830f41c0398f66" providerId="LiveId" clId="{01289CAB-0658-4256-8B6B-75C3CBC8B1D0}" dt="2026-06-16T17:26:49.302" v="1" actId="313"/>
          <ac:spMkLst>
            <pc:docMk/>
            <pc:sldMk cId="3826185163" sldId="284"/>
            <ac:spMk id="5" creationId="{ACE53B69-20E2-FC0B-A811-FA658E6CF976}"/>
          </ac:spMkLst>
        </pc:spChg>
      </pc:sldChg>
      <pc:sldChg chg="addSp delSp modSp add mod addAnim delAnim modAnim">
        <pc:chgData name="Joan Manuel Cabrera Martinez" userId="de830f41c0398f66" providerId="LiveId" clId="{01289CAB-0658-4256-8B6B-75C3CBC8B1D0}" dt="2026-06-20T15:59:05.858" v="2874"/>
        <pc:sldMkLst>
          <pc:docMk/>
          <pc:sldMk cId="1723597218" sldId="286"/>
        </pc:sldMkLst>
        <pc:spChg chg="mod">
          <ac:chgData name="Joan Manuel Cabrera Martinez" userId="de830f41c0398f66" providerId="LiveId" clId="{01289CAB-0658-4256-8B6B-75C3CBC8B1D0}" dt="2026-06-18T23:07:24.144" v="1854" actId="1076"/>
          <ac:spMkLst>
            <pc:docMk/>
            <pc:sldMk cId="1723597218" sldId="286"/>
            <ac:spMk id="2" creationId="{183AF2EA-B394-D137-8A1F-B6A52002A592}"/>
          </ac:spMkLst>
        </pc:spChg>
        <pc:spChg chg="mod">
          <ac:chgData name="Joan Manuel Cabrera Martinez" userId="de830f41c0398f66" providerId="LiveId" clId="{01289CAB-0658-4256-8B6B-75C3CBC8B1D0}" dt="2026-06-18T22:59:19.979" v="1165" actId="1076"/>
          <ac:spMkLst>
            <pc:docMk/>
            <pc:sldMk cId="1723597218" sldId="286"/>
            <ac:spMk id="3" creationId="{B59BAD72-7255-E6C4-1EC4-D7D30C9476A7}"/>
          </ac:spMkLst>
        </pc:spChg>
        <pc:spChg chg="add mod ord">
          <ac:chgData name="Joan Manuel Cabrera Martinez" userId="de830f41c0398f66" providerId="LiveId" clId="{01289CAB-0658-4256-8B6B-75C3CBC8B1D0}" dt="2026-06-18T23:08:07.439" v="1891" actId="1035"/>
          <ac:spMkLst>
            <pc:docMk/>
            <pc:sldMk cId="1723597218" sldId="286"/>
            <ac:spMk id="4" creationId="{07F9BA02-8437-4874-AB59-95DC7DF92401}"/>
          </ac:spMkLst>
        </pc:spChg>
        <pc:spChg chg="add del mod">
          <ac:chgData name="Joan Manuel Cabrera Martinez" userId="de830f41c0398f66" providerId="LiveId" clId="{01289CAB-0658-4256-8B6B-75C3CBC8B1D0}" dt="2026-06-18T22:23:36.527" v="305" actId="478"/>
          <ac:spMkLst>
            <pc:docMk/>
            <pc:sldMk cId="1723597218" sldId="286"/>
            <ac:spMk id="4" creationId="{9BA519F2-F310-48A8-8BBD-AB7A75013DD5}"/>
          </ac:spMkLst>
        </pc:spChg>
        <pc:spChg chg="mod">
          <ac:chgData name="Joan Manuel Cabrera Martinez" userId="de830f41c0398f66" providerId="LiveId" clId="{01289CAB-0658-4256-8B6B-75C3CBC8B1D0}" dt="2026-06-18T22:59:16.577" v="1164" actId="1076"/>
          <ac:spMkLst>
            <pc:docMk/>
            <pc:sldMk cId="1723597218" sldId="286"/>
            <ac:spMk id="6" creationId="{E9633024-D092-196B-712B-69606C546F86}"/>
          </ac:spMkLst>
        </pc:spChg>
        <pc:spChg chg="add mod ord">
          <ac:chgData name="Joan Manuel Cabrera Martinez" userId="de830f41c0398f66" providerId="LiveId" clId="{01289CAB-0658-4256-8B6B-75C3CBC8B1D0}" dt="2026-06-20T15:57:07.573" v="2860" actId="166"/>
          <ac:spMkLst>
            <pc:docMk/>
            <pc:sldMk cId="1723597218" sldId="286"/>
            <ac:spMk id="7" creationId="{BE6A0B30-9388-4540-88FC-C59AE6AB4F40}"/>
          </ac:spMkLst>
        </pc:spChg>
        <pc:spChg chg="del">
          <ac:chgData name="Joan Manuel Cabrera Martinez" userId="de830f41c0398f66" providerId="LiveId" clId="{01289CAB-0658-4256-8B6B-75C3CBC8B1D0}" dt="2026-06-18T22:13:33.558" v="97" actId="478"/>
          <ac:spMkLst>
            <pc:docMk/>
            <pc:sldMk cId="1723597218" sldId="286"/>
            <ac:spMk id="7" creationId="{E34FDC73-439B-4365-F5C4-2C7F5D46A510}"/>
          </ac:spMkLst>
        </pc:spChg>
        <pc:spChg chg="add mod">
          <ac:chgData name="Joan Manuel Cabrera Martinez" userId="de830f41c0398f66" providerId="LiveId" clId="{01289CAB-0658-4256-8B6B-75C3CBC8B1D0}" dt="2026-06-18T22:45:00.969" v="579" actId="1037"/>
          <ac:spMkLst>
            <pc:docMk/>
            <pc:sldMk cId="1723597218" sldId="286"/>
            <ac:spMk id="8" creationId="{2955D35B-0933-4875-9C2E-9F2C2599DC23}"/>
          </ac:spMkLst>
        </pc:spChg>
        <pc:spChg chg="add mod ord">
          <ac:chgData name="Joan Manuel Cabrera Martinez" userId="de830f41c0398f66" providerId="LiveId" clId="{01289CAB-0658-4256-8B6B-75C3CBC8B1D0}" dt="2026-06-20T15:56:37.862" v="2855" actId="167"/>
          <ac:spMkLst>
            <pc:docMk/>
            <pc:sldMk cId="1723597218" sldId="286"/>
            <ac:spMk id="9" creationId="{6C5283FE-FE0D-429B-A230-511C2F8F5E73}"/>
          </ac:spMkLst>
        </pc:spChg>
        <pc:spChg chg="mod ord">
          <ac:chgData name="Joan Manuel Cabrera Martinez" userId="de830f41c0398f66" providerId="LiveId" clId="{01289CAB-0658-4256-8B6B-75C3CBC8B1D0}" dt="2026-06-20T15:57:02.480" v="2859" actId="166"/>
          <ac:spMkLst>
            <pc:docMk/>
            <pc:sldMk cId="1723597218" sldId="286"/>
            <ac:spMk id="10" creationId="{FCA78AC9-E9DF-9291-ACD2-C44B497BCC94}"/>
          </ac:spMkLst>
        </pc:spChg>
        <pc:spChg chg="add mod">
          <ac:chgData name="Joan Manuel Cabrera Martinez" userId="de830f41c0398f66" providerId="LiveId" clId="{01289CAB-0658-4256-8B6B-75C3CBC8B1D0}" dt="2026-06-18T23:07:36.120" v="1859" actId="20577"/>
          <ac:spMkLst>
            <pc:docMk/>
            <pc:sldMk cId="1723597218" sldId="286"/>
            <ac:spMk id="11" creationId="{7CCD0CE7-6941-4B8D-A950-C10848F8F3FE}"/>
          </ac:spMkLst>
        </pc:spChg>
        <pc:spChg chg="add del mod">
          <ac:chgData name="Joan Manuel Cabrera Martinez" userId="de830f41c0398f66" providerId="LiveId" clId="{01289CAB-0658-4256-8B6B-75C3CBC8B1D0}" dt="2026-06-18T23:07:46.449" v="1866" actId="3062"/>
          <ac:spMkLst>
            <pc:docMk/>
            <pc:sldMk cId="1723597218" sldId="286"/>
            <ac:spMk id="12" creationId="{5460C588-7CCE-43F4-972E-1235EC7819E3}"/>
          </ac:spMkLst>
        </pc:spChg>
        <pc:spChg chg="add del mod">
          <ac:chgData name="Joan Manuel Cabrera Martinez" userId="de830f41c0398f66" providerId="LiveId" clId="{01289CAB-0658-4256-8B6B-75C3CBC8B1D0}" dt="2026-06-18T22:25:29.765" v="325"/>
          <ac:spMkLst>
            <pc:docMk/>
            <pc:sldMk cId="1723597218" sldId="286"/>
            <ac:spMk id="13" creationId="{0532D9E3-954C-48F9-8FEF-343F67A65BFF}"/>
          </ac:spMkLst>
        </pc:spChg>
        <pc:spChg chg="add mod">
          <ac:chgData name="Joan Manuel Cabrera Martinez" userId="de830f41c0398f66" providerId="LiveId" clId="{01289CAB-0658-4256-8B6B-75C3CBC8B1D0}" dt="2026-06-18T22:59:13.247" v="1163" actId="1076"/>
          <ac:spMkLst>
            <pc:docMk/>
            <pc:sldMk cId="1723597218" sldId="286"/>
            <ac:spMk id="13" creationId="{B373E22D-4396-40ED-9CBE-333F37F4E478}"/>
          </ac:spMkLst>
        </pc:spChg>
        <pc:spChg chg="add mod ord">
          <ac:chgData name="Joan Manuel Cabrera Martinez" userId="de830f41c0398f66" providerId="LiveId" clId="{01289CAB-0658-4256-8B6B-75C3CBC8B1D0}" dt="2026-06-18T23:07:58.140" v="1868" actId="1076"/>
          <ac:spMkLst>
            <pc:docMk/>
            <pc:sldMk cId="1723597218" sldId="286"/>
            <ac:spMk id="14" creationId="{F2614A95-56D1-4B12-8274-3FBBAA76DA3D}"/>
          </ac:spMkLst>
        </pc:spChg>
        <pc:spChg chg="add mod">
          <ac:chgData name="Joan Manuel Cabrera Martinez" userId="de830f41c0398f66" providerId="LiveId" clId="{01289CAB-0658-4256-8B6B-75C3CBC8B1D0}" dt="2026-06-18T23:00:52.799" v="1223" actId="20577"/>
          <ac:spMkLst>
            <pc:docMk/>
            <pc:sldMk cId="1723597218" sldId="286"/>
            <ac:spMk id="15" creationId="{35C0AEC4-17FF-41CE-AA94-7E6533EB2BCD}"/>
          </ac:spMkLst>
        </pc:spChg>
        <pc:spChg chg="add del mod">
          <ac:chgData name="Joan Manuel Cabrera Martinez" userId="de830f41c0398f66" providerId="LiveId" clId="{01289CAB-0658-4256-8B6B-75C3CBC8B1D0}" dt="2026-06-18T23:01:27.462" v="1231"/>
          <ac:spMkLst>
            <pc:docMk/>
            <pc:sldMk cId="1723597218" sldId="286"/>
            <ac:spMk id="16" creationId="{22EF35C3-2DF1-41BD-AFCF-F40269CD7C15}"/>
          </ac:spMkLst>
        </pc:spChg>
        <pc:spChg chg="add del mod">
          <ac:chgData name="Joan Manuel Cabrera Martinez" userId="de830f41c0398f66" providerId="LiveId" clId="{01289CAB-0658-4256-8B6B-75C3CBC8B1D0}" dt="2026-06-18T23:01:27.150" v="1230"/>
          <ac:spMkLst>
            <pc:docMk/>
            <pc:sldMk cId="1723597218" sldId="286"/>
            <ac:spMk id="17" creationId="{54EE2AD1-E0B1-4927-A72D-E44B668B66AA}"/>
          </ac:spMkLst>
        </pc:spChg>
        <pc:spChg chg="add mod">
          <ac:chgData name="Joan Manuel Cabrera Martinez" userId="de830f41c0398f66" providerId="LiveId" clId="{01289CAB-0658-4256-8B6B-75C3CBC8B1D0}" dt="2026-06-18T23:07:46.449" v="1866" actId="3062"/>
          <ac:spMkLst>
            <pc:docMk/>
            <pc:sldMk cId="1723597218" sldId="286"/>
            <ac:spMk id="18" creationId="{6B41603C-076F-4019-9E8D-180ABF4D3706}"/>
          </ac:spMkLst>
        </pc:spChg>
        <pc:spChg chg="add mod">
          <ac:chgData name="Joan Manuel Cabrera Martinez" userId="de830f41c0398f66" providerId="LiveId" clId="{01289CAB-0658-4256-8B6B-75C3CBC8B1D0}" dt="2026-06-18T23:07:46.449" v="1866" actId="3062"/>
          <ac:spMkLst>
            <pc:docMk/>
            <pc:sldMk cId="1723597218" sldId="286"/>
            <ac:spMk id="19" creationId="{AC949AA1-6440-45B9-8D72-F65F84F94473}"/>
          </ac:spMkLst>
        </pc:spChg>
        <pc:spChg chg="add del mod">
          <ac:chgData name="Joan Manuel Cabrera Martinez" userId="de830f41c0398f66" providerId="LiveId" clId="{01289CAB-0658-4256-8B6B-75C3CBC8B1D0}" dt="2026-06-19T17:30:20.671" v="2477" actId="478"/>
          <ac:spMkLst>
            <pc:docMk/>
            <pc:sldMk cId="1723597218" sldId="286"/>
            <ac:spMk id="20" creationId="{3DD4FB99-8CDD-4C4C-9CBE-C442F45D8B73}"/>
          </ac:spMkLst>
        </pc:spChg>
        <pc:spChg chg="add del mod">
          <ac:chgData name="Joan Manuel Cabrera Martinez" userId="de830f41c0398f66" providerId="LiveId" clId="{01289CAB-0658-4256-8B6B-75C3CBC8B1D0}" dt="2026-06-18T23:11:46.433" v="2054"/>
          <ac:spMkLst>
            <pc:docMk/>
            <pc:sldMk cId="1723597218" sldId="286"/>
            <ac:spMk id="21" creationId="{49E503F2-C590-44A5-B14F-14EF19C7744E}"/>
          </ac:spMkLst>
        </pc:spChg>
        <pc:spChg chg="add del mod">
          <ac:chgData name="Joan Manuel Cabrera Martinez" userId="de830f41c0398f66" providerId="LiveId" clId="{01289CAB-0658-4256-8B6B-75C3CBC8B1D0}" dt="2026-06-20T15:39:10.923" v="2517" actId="1036"/>
          <ac:spMkLst>
            <pc:docMk/>
            <pc:sldMk cId="1723597218" sldId="286"/>
            <ac:spMk id="22" creationId="{1DDCF947-0938-4789-A1AB-5C049D927FD9}"/>
          </ac:spMkLst>
        </pc:spChg>
        <pc:spChg chg="add del mod">
          <ac:chgData name="Joan Manuel Cabrera Martinez" userId="de830f41c0398f66" providerId="LiveId" clId="{01289CAB-0658-4256-8B6B-75C3CBC8B1D0}" dt="2026-06-19T17:30:18.637" v="2474" actId="478"/>
          <ac:spMkLst>
            <pc:docMk/>
            <pc:sldMk cId="1723597218" sldId="286"/>
            <ac:spMk id="23" creationId="{3D0A5F76-E1EC-4756-800E-A1FBDA89FE91}"/>
          </ac:spMkLst>
        </pc:spChg>
        <pc:spChg chg="add del mod">
          <ac:chgData name="Joan Manuel Cabrera Martinez" userId="de830f41c0398f66" providerId="LiveId" clId="{01289CAB-0658-4256-8B6B-75C3CBC8B1D0}" dt="2026-06-18T23:21:01.494" v="2125"/>
          <ac:spMkLst>
            <pc:docMk/>
            <pc:sldMk cId="1723597218" sldId="286"/>
            <ac:spMk id="24" creationId="{1A6A80BA-0FE8-4E51-B2D9-B2E893E89567}"/>
          </ac:spMkLst>
        </pc:spChg>
        <pc:spChg chg="add mod ord">
          <ac:chgData name="Joan Manuel Cabrera Martinez" userId="de830f41c0398f66" providerId="LiveId" clId="{01289CAB-0658-4256-8B6B-75C3CBC8B1D0}" dt="2026-06-20T15:57:26.678" v="2867" actId="1038"/>
          <ac:spMkLst>
            <pc:docMk/>
            <pc:sldMk cId="1723597218" sldId="286"/>
            <ac:spMk id="24" creationId="{30B699E8-B876-4FE1-9626-E220789B3918}"/>
          </ac:spMkLst>
        </pc:spChg>
        <pc:spChg chg="add del mod">
          <ac:chgData name="Joan Manuel Cabrera Martinez" userId="de830f41c0398f66" providerId="LiveId" clId="{01289CAB-0658-4256-8B6B-75C3CBC8B1D0}" dt="2026-06-19T17:30:18.136" v="2473" actId="478"/>
          <ac:spMkLst>
            <pc:docMk/>
            <pc:sldMk cId="1723597218" sldId="286"/>
            <ac:spMk id="25" creationId="{68DF9C8B-CBB0-4F59-BEAA-75D93EF80FBE}"/>
          </ac:spMkLst>
        </pc:spChg>
        <pc:spChg chg="add del mod">
          <ac:chgData name="Joan Manuel Cabrera Martinez" userId="de830f41c0398f66" providerId="LiveId" clId="{01289CAB-0658-4256-8B6B-75C3CBC8B1D0}" dt="2026-06-19T17:30:17.550" v="2472" actId="478"/>
          <ac:spMkLst>
            <pc:docMk/>
            <pc:sldMk cId="1723597218" sldId="286"/>
            <ac:spMk id="26" creationId="{23D5900C-8D43-4A05-83F4-0C08446D1433}"/>
          </ac:spMkLst>
        </pc:spChg>
        <pc:spChg chg="add del mod">
          <ac:chgData name="Joan Manuel Cabrera Martinez" userId="de830f41c0398f66" providerId="LiveId" clId="{01289CAB-0658-4256-8B6B-75C3CBC8B1D0}" dt="2026-06-20T15:38:56.201" v="2511" actId="1035"/>
          <ac:spMkLst>
            <pc:docMk/>
            <pc:sldMk cId="1723597218" sldId="286"/>
            <ac:spMk id="27" creationId="{F9803115-25CA-432D-BF81-67A52BE34F5B}"/>
          </ac:spMkLst>
        </pc:spChg>
        <pc:grpChg chg="add mod">
          <ac:chgData name="Joan Manuel Cabrera Martinez" userId="de830f41c0398f66" providerId="LiveId" clId="{01289CAB-0658-4256-8B6B-75C3CBC8B1D0}" dt="2026-06-18T22:38:59.052" v="521" actId="164"/>
          <ac:grpSpMkLst>
            <pc:docMk/>
            <pc:sldMk cId="1723597218" sldId="286"/>
            <ac:grpSpMk id="7" creationId="{7DFAA4B8-B80F-45FC-BDB2-F6F70DE95C00}"/>
          </ac:grpSpMkLst>
        </pc:grpChg>
        <pc:grpChg chg="add mod">
          <ac:chgData name="Joan Manuel Cabrera Martinez" userId="de830f41c0398f66" providerId="LiveId" clId="{01289CAB-0658-4256-8B6B-75C3CBC8B1D0}" dt="2026-06-18T22:39:19.084" v="528" actId="164"/>
          <ac:grpSpMkLst>
            <pc:docMk/>
            <pc:sldMk cId="1723597218" sldId="286"/>
            <ac:grpSpMk id="9" creationId="{CBD0348C-D6C9-4D47-A937-5EC08831C254}"/>
          </ac:grpSpMkLst>
        </pc:grpChg>
        <pc:graphicFrameChg chg="del mod">
          <ac:chgData name="Joan Manuel Cabrera Martinez" userId="de830f41c0398f66" providerId="LiveId" clId="{01289CAB-0658-4256-8B6B-75C3CBC8B1D0}" dt="2026-06-18T22:13:40.678" v="103" actId="478"/>
          <ac:graphicFrameMkLst>
            <pc:docMk/>
            <pc:sldMk cId="1723597218" sldId="286"/>
            <ac:graphicFrameMk id="9" creationId="{71B4BAF3-64A0-1084-C86A-0B5BBE77CB8B}"/>
          </ac:graphicFrameMkLst>
        </pc:graphicFrameChg>
        <pc:graphicFrameChg chg="del mod">
          <ac:chgData name="Joan Manuel Cabrera Martinez" userId="de830f41c0398f66" providerId="LiveId" clId="{01289CAB-0658-4256-8B6B-75C3CBC8B1D0}" dt="2026-06-18T22:13:38.838" v="102" actId="478"/>
          <ac:graphicFrameMkLst>
            <pc:docMk/>
            <pc:sldMk cId="1723597218" sldId="286"/>
            <ac:graphicFrameMk id="12" creationId="{DF2299EC-DF0D-B256-9D07-05D4098CF55B}"/>
          </ac:graphicFrameMkLst>
        </pc:graphicFrame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350A26-E06D-437B-89D8-6ABB3FC6B489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</dgm:pt>
    <dgm:pt modelId="{FD71ED4B-067B-436F-AB40-5D2A3124AE5F}">
      <dgm:prSet phldrT="[Texto]"/>
      <dgm:spPr/>
      <dgm:t>
        <a:bodyPr/>
        <a:lstStyle/>
        <a:p>
          <a:r>
            <a:rPr lang="en-US" dirty="0"/>
            <a:t>Do you study at UNID?</a:t>
          </a:r>
        </a:p>
      </dgm:t>
    </dgm:pt>
    <dgm:pt modelId="{5AD4A198-43E5-45C2-AA81-F72BCF8C446E}" type="parTrans" cxnId="{9D699D71-D287-4F28-8922-D79F88551655}">
      <dgm:prSet/>
      <dgm:spPr/>
      <dgm:t>
        <a:bodyPr/>
        <a:lstStyle/>
        <a:p>
          <a:endParaRPr lang="en-US"/>
        </a:p>
      </dgm:t>
    </dgm:pt>
    <dgm:pt modelId="{F0888093-A0EC-4EAE-B08A-097B1F4F9018}" type="sibTrans" cxnId="{9D699D71-D287-4F28-8922-D79F88551655}">
      <dgm:prSet/>
      <dgm:spPr/>
      <dgm:t>
        <a:bodyPr/>
        <a:lstStyle/>
        <a:p>
          <a:endParaRPr lang="en-US" dirty="0"/>
        </a:p>
      </dgm:t>
    </dgm:pt>
    <dgm:pt modelId="{F391D207-B279-4A47-952E-E13A106B60FD}">
      <dgm:prSet phldrT="[Texto]"/>
      <dgm:spPr/>
      <dgm:t>
        <a:bodyPr/>
        <a:lstStyle/>
        <a:p>
          <a:r>
            <a:rPr lang="en-US" dirty="0"/>
            <a:t>You study at UNID.</a:t>
          </a:r>
        </a:p>
      </dgm:t>
    </dgm:pt>
    <dgm:pt modelId="{D4553ED7-4418-41C9-8321-1AD2187E8615}" type="parTrans" cxnId="{26DCA67F-DCFB-4658-A878-FFC61BDD5486}">
      <dgm:prSet/>
      <dgm:spPr/>
      <dgm:t>
        <a:bodyPr/>
        <a:lstStyle/>
        <a:p>
          <a:endParaRPr lang="en-US"/>
        </a:p>
      </dgm:t>
    </dgm:pt>
    <dgm:pt modelId="{50A83719-5D07-4C30-8917-AEDE9BA37C98}" type="sibTrans" cxnId="{26DCA67F-DCFB-4658-A878-FFC61BDD5486}">
      <dgm:prSet/>
      <dgm:spPr/>
      <dgm:t>
        <a:bodyPr/>
        <a:lstStyle/>
        <a:p>
          <a:endParaRPr lang="en-US" dirty="0"/>
        </a:p>
      </dgm:t>
    </dgm:pt>
    <dgm:pt modelId="{A5CCBF0E-3387-4FD8-8965-DC76AE035AD6}">
      <dgm:prSet phldrT="[Texto]"/>
      <dgm:spPr/>
      <dgm:t>
        <a:bodyPr/>
        <a:lstStyle/>
        <a:p>
          <a:r>
            <a:rPr lang="en-US" u="sng" dirty="0"/>
            <a:t>Can you tell me </a:t>
          </a:r>
          <a:r>
            <a:rPr lang="en-US" b="1" dirty="0"/>
            <a:t>if</a:t>
          </a:r>
          <a:r>
            <a:rPr lang="en-US" dirty="0"/>
            <a:t> you study at UNID?</a:t>
          </a:r>
        </a:p>
      </dgm:t>
    </dgm:pt>
    <dgm:pt modelId="{9F1CF8EC-2C76-47A5-B542-145F72221C82}" type="parTrans" cxnId="{21D5727C-D152-4389-9C3B-6ADA5740AEB1}">
      <dgm:prSet/>
      <dgm:spPr/>
      <dgm:t>
        <a:bodyPr/>
        <a:lstStyle/>
        <a:p>
          <a:endParaRPr lang="en-US"/>
        </a:p>
      </dgm:t>
    </dgm:pt>
    <dgm:pt modelId="{71E91DBD-0D39-48E0-8AC3-A71604AC79CE}" type="sibTrans" cxnId="{21D5727C-D152-4389-9C3B-6ADA5740AEB1}">
      <dgm:prSet/>
      <dgm:spPr/>
      <dgm:t>
        <a:bodyPr/>
        <a:lstStyle/>
        <a:p>
          <a:endParaRPr lang="en-US"/>
        </a:p>
      </dgm:t>
    </dgm:pt>
    <dgm:pt modelId="{4C16F42A-7A77-44F9-8BB7-01502BE688E5}" type="pres">
      <dgm:prSet presAssocID="{7C350A26-E06D-437B-89D8-6ABB3FC6B489}" presName="Name0" presStyleCnt="0">
        <dgm:presLayoutVars>
          <dgm:dir/>
          <dgm:resizeHandles val="exact"/>
        </dgm:presLayoutVars>
      </dgm:prSet>
      <dgm:spPr/>
    </dgm:pt>
    <dgm:pt modelId="{DBB1CD9C-0008-49A1-B7B7-D17735CDFAC3}" type="pres">
      <dgm:prSet presAssocID="{FD71ED4B-067B-436F-AB40-5D2A3124AE5F}" presName="node" presStyleLbl="node1" presStyleIdx="0" presStyleCnt="3">
        <dgm:presLayoutVars>
          <dgm:bulletEnabled val="1"/>
        </dgm:presLayoutVars>
      </dgm:prSet>
      <dgm:spPr/>
    </dgm:pt>
    <dgm:pt modelId="{8ED779C1-7ED3-48D0-B142-CA1961884075}" type="pres">
      <dgm:prSet presAssocID="{F0888093-A0EC-4EAE-B08A-097B1F4F9018}" presName="sibTrans" presStyleLbl="sibTrans2D1" presStyleIdx="0" presStyleCnt="2"/>
      <dgm:spPr/>
    </dgm:pt>
    <dgm:pt modelId="{D8111092-E6EB-4FD3-A94A-0D1D1C29C67E}" type="pres">
      <dgm:prSet presAssocID="{F0888093-A0EC-4EAE-B08A-097B1F4F9018}" presName="connectorText" presStyleLbl="sibTrans2D1" presStyleIdx="0" presStyleCnt="2"/>
      <dgm:spPr/>
    </dgm:pt>
    <dgm:pt modelId="{F8C5F590-F0D1-412F-87F2-FDC58ED27618}" type="pres">
      <dgm:prSet presAssocID="{F391D207-B279-4A47-952E-E13A106B60FD}" presName="node" presStyleLbl="node1" presStyleIdx="1" presStyleCnt="3">
        <dgm:presLayoutVars>
          <dgm:bulletEnabled val="1"/>
        </dgm:presLayoutVars>
      </dgm:prSet>
      <dgm:spPr/>
    </dgm:pt>
    <dgm:pt modelId="{E28936C4-11D1-458C-B177-57E533E41451}" type="pres">
      <dgm:prSet presAssocID="{50A83719-5D07-4C30-8917-AEDE9BA37C98}" presName="sibTrans" presStyleLbl="sibTrans2D1" presStyleIdx="1" presStyleCnt="2"/>
      <dgm:spPr/>
    </dgm:pt>
    <dgm:pt modelId="{9B2DD4A3-B238-4BDE-815D-BD29BE651145}" type="pres">
      <dgm:prSet presAssocID="{50A83719-5D07-4C30-8917-AEDE9BA37C98}" presName="connectorText" presStyleLbl="sibTrans2D1" presStyleIdx="1" presStyleCnt="2"/>
      <dgm:spPr/>
    </dgm:pt>
    <dgm:pt modelId="{4054DE9F-B011-4A30-9762-3B23B6908D1D}" type="pres">
      <dgm:prSet presAssocID="{A5CCBF0E-3387-4FD8-8965-DC76AE035AD6}" presName="node" presStyleLbl="node1" presStyleIdx="2" presStyleCnt="3">
        <dgm:presLayoutVars>
          <dgm:bulletEnabled val="1"/>
        </dgm:presLayoutVars>
      </dgm:prSet>
      <dgm:spPr/>
    </dgm:pt>
  </dgm:ptLst>
  <dgm:cxnLst>
    <dgm:cxn modelId="{DCEEF329-12ED-4223-ACB9-36F0634C2B17}" type="presOf" srcId="{FD71ED4B-067B-436F-AB40-5D2A3124AE5F}" destId="{DBB1CD9C-0008-49A1-B7B7-D17735CDFAC3}" srcOrd="0" destOrd="0" presId="urn:microsoft.com/office/officeart/2005/8/layout/process1"/>
    <dgm:cxn modelId="{9D699D71-D287-4F28-8922-D79F88551655}" srcId="{7C350A26-E06D-437B-89D8-6ABB3FC6B489}" destId="{FD71ED4B-067B-436F-AB40-5D2A3124AE5F}" srcOrd="0" destOrd="0" parTransId="{5AD4A198-43E5-45C2-AA81-F72BCF8C446E}" sibTransId="{F0888093-A0EC-4EAE-B08A-097B1F4F9018}"/>
    <dgm:cxn modelId="{0FAA7B55-5C4D-4EC2-92F8-193D094F0673}" type="presOf" srcId="{F0888093-A0EC-4EAE-B08A-097B1F4F9018}" destId="{D8111092-E6EB-4FD3-A94A-0D1D1C29C67E}" srcOrd="1" destOrd="0" presId="urn:microsoft.com/office/officeart/2005/8/layout/process1"/>
    <dgm:cxn modelId="{21D5727C-D152-4389-9C3B-6ADA5740AEB1}" srcId="{7C350A26-E06D-437B-89D8-6ABB3FC6B489}" destId="{A5CCBF0E-3387-4FD8-8965-DC76AE035AD6}" srcOrd="2" destOrd="0" parTransId="{9F1CF8EC-2C76-47A5-B542-145F72221C82}" sibTransId="{71E91DBD-0D39-48E0-8AC3-A71604AC79CE}"/>
    <dgm:cxn modelId="{26DCA67F-DCFB-4658-A878-FFC61BDD5486}" srcId="{7C350A26-E06D-437B-89D8-6ABB3FC6B489}" destId="{F391D207-B279-4A47-952E-E13A106B60FD}" srcOrd="1" destOrd="0" parTransId="{D4553ED7-4418-41C9-8321-1AD2187E8615}" sibTransId="{50A83719-5D07-4C30-8917-AEDE9BA37C98}"/>
    <dgm:cxn modelId="{EB2233A3-B9BD-4C37-8B8E-0A5ACF82AF26}" type="presOf" srcId="{A5CCBF0E-3387-4FD8-8965-DC76AE035AD6}" destId="{4054DE9F-B011-4A30-9762-3B23B6908D1D}" srcOrd="0" destOrd="0" presId="urn:microsoft.com/office/officeart/2005/8/layout/process1"/>
    <dgm:cxn modelId="{24255CAC-4C2A-448B-9378-1D121A0ACC4F}" type="presOf" srcId="{F391D207-B279-4A47-952E-E13A106B60FD}" destId="{F8C5F590-F0D1-412F-87F2-FDC58ED27618}" srcOrd="0" destOrd="0" presId="urn:microsoft.com/office/officeart/2005/8/layout/process1"/>
    <dgm:cxn modelId="{2AE118DA-E4BC-45A1-834D-DA4215008B1B}" type="presOf" srcId="{50A83719-5D07-4C30-8917-AEDE9BA37C98}" destId="{E28936C4-11D1-458C-B177-57E533E41451}" srcOrd="0" destOrd="0" presId="urn:microsoft.com/office/officeart/2005/8/layout/process1"/>
    <dgm:cxn modelId="{692C36DB-1BC5-4DCE-BF23-0BA06444AAAC}" type="presOf" srcId="{F0888093-A0EC-4EAE-B08A-097B1F4F9018}" destId="{8ED779C1-7ED3-48D0-B142-CA1961884075}" srcOrd="0" destOrd="0" presId="urn:microsoft.com/office/officeart/2005/8/layout/process1"/>
    <dgm:cxn modelId="{170F8ADF-8500-48E3-A0B7-FADE19872512}" type="presOf" srcId="{7C350A26-E06D-437B-89D8-6ABB3FC6B489}" destId="{4C16F42A-7A77-44F9-8BB7-01502BE688E5}" srcOrd="0" destOrd="0" presId="urn:microsoft.com/office/officeart/2005/8/layout/process1"/>
    <dgm:cxn modelId="{EB4305E3-38EE-4461-AB95-19E19B553BCC}" type="presOf" srcId="{50A83719-5D07-4C30-8917-AEDE9BA37C98}" destId="{9B2DD4A3-B238-4BDE-815D-BD29BE651145}" srcOrd="1" destOrd="0" presId="urn:microsoft.com/office/officeart/2005/8/layout/process1"/>
    <dgm:cxn modelId="{B854EE67-C87A-4401-9276-357F89CBA4E6}" type="presParOf" srcId="{4C16F42A-7A77-44F9-8BB7-01502BE688E5}" destId="{DBB1CD9C-0008-49A1-B7B7-D17735CDFAC3}" srcOrd="0" destOrd="0" presId="urn:microsoft.com/office/officeart/2005/8/layout/process1"/>
    <dgm:cxn modelId="{27406086-8057-4663-8994-D6FFF29C733D}" type="presParOf" srcId="{4C16F42A-7A77-44F9-8BB7-01502BE688E5}" destId="{8ED779C1-7ED3-48D0-B142-CA1961884075}" srcOrd="1" destOrd="0" presId="urn:microsoft.com/office/officeart/2005/8/layout/process1"/>
    <dgm:cxn modelId="{780183C9-ED0E-4D75-946D-558EC3CBF35D}" type="presParOf" srcId="{8ED779C1-7ED3-48D0-B142-CA1961884075}" destId="{D8111092-E6EB-4FD3-A94A-0D1D1C29C67E}" srcOrd="0" destOrd="0" presId="urn:microsoft.com/office/officeart/2005/8/layout/process1"/>
    <dgm:cxn modelId="{A0869467-9F1B-4399-9676-9D17D501CF42}" type="presParOf" srcId="{4C16F42A-7A77-44F9-8BB7-01502BE688E5}" destId="{F8C5F590-F0D1-412F-87F2-FDC58ED27618}" srcOrd="2" destOrd="0" presId="urn:microsoft.com/office/officeart/2005/8/layout/process1"/>
    <dgm:cxn modelId="{909CEA7D-2F33-461C-89CB-8385C2CCE2B4}" type="presParOf" srcId="{4C16F42A-7A77-44F9-8BB7-01502BE688E5}" destId="{E28936C4-11D1-458C-B177-57E533E41451}" srcOrd="3" destOrd="0" presId="urn:microsoft.com/office/officeart/2005/8/layout/process1"/>
    <dgm:cxn modelId="{62CC1AA2-FEC8-4738-A778-BBC84075495E}" type="presParOf" srcId="{E28936C4-11D1-458C-B177-57E533E41451}" destId="{9B2DD4A3-B238-4BDE-815D-BD29BE651145}" srcOrd="0" destOrd="0" presId="urn:microsoft.com/office/officeart/2005/8/layout/process1"/>
    <dgm:cxn modelId="{9041CA6A-65CE-4C64-BC45-3379D191BACC}" type="presParOf" srcId="{4C16F42A-7A77-44F9-8BB7-01502BE688E5}" destId="{4054DE9F-B011-4A30-9762-3B23B6908D1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350A26-E06D-437B-89D8-6ABB3FC6B489}" type="doc">
      <dgm:prSet loTypeId="urn:microsoft.com/office/officeart/2005/8/layout/process1" loCatId="process" qsTypeId="urn:microsoft.com/office/officeart/2005/8/quickstyle/3d2" qsCatId="3D" csTypeId="urn:microsoft.com/office/officeart/2005/8/colors/accent1_2" csCatId="accent1" phldr="1"/>
      <dgm:spPr/>
    </dgm:pt>
    <dgm:pt modelId="{FD71ED4B-067B-436F-AB40-5D2A3124AE5F}">
      <dgm:prSet phldrT="[Texto]"/>
      <dgm:spPr/>
      <dgm:t>
        <a:bodyPr/>
        <a:lstStyle/>
        <a:p>
          <a:r>
            <a:rPr lang="en-US" dirty="0"/>
            <a:t>Where were you born?</a:t>
          </a:r>
        </a:p>
      </dgm:t>
    </dgm:pt>
    <dgm:pt modelId="{5AD4A198-43E5-45C2-AA81-F72BCF8C446E}" type="parTrans" cxnId="{9D699D71-D287-4F28-8922-D79F88551655}">
      <dgm:prSet/>
      <dgm:spPr/>
      <dgm:t>
        <a:bodyPr/>
        <a:lstStyle/>
        <a:p>
          <a:endParaRPr lang="en-US"/>
        </a:p>
      </dgm:t>
    </dgm:pt>
    <dgm:pt modelId="{F0888093-A0EC-4EAE-B08A-097B1F4F9018}" type="sibTrans" cxnId="{9D699D71-D287-4F28-8922-D79F88551655}">
      <dgm:prSet/>
      <dgm:spPr/>
      <dgm:t>
        <a:bodyPr/>
        <a:lstStyle/>
        <a:p>
          <a:endParaRPr lang="en-US" dirty="0"/>
        </a:p>
      </dgm:t>
    </dgm:pt>
    <dgm:pt modelId="{F391D207-B279-4A47-952E-E13A106B60FD}">
      <dgm:prSet phldrT="[Texto]"/>
      <dgm:spPr/>
      <dgm:t>
        <a:bodyPr/>
        <a:lstStyle/>
        <a:p>
          <a:r>
            <a:rPr lang="en-US" dirty="0"/>
            <a:t>Where you were born.</a:t>
          </a:r>
        </a:p>
      </dgm:t>
    </dgm:pt>
    <dgm:pt modelId="{D4553ED7-4418-41C9-8321-1AD2187E8615}" type="parTrans" cxnId="{26DCA67F-DCFB-4658-A878-FFC61BDD5486}">
      <dgm:prSet/>
      <dgm:spPr/>
      <dgm:t>
        <a:bodyPr/>
        <a:lstStyle/>
        <a:p>
          <a:endParaRPr lang="en-US"/>
        </a:p>
      </dgm:t>
    </dgm:pt>
    <dgm:pt modelId="{50A83719-5D07-4C30-8917-AEDE9BA37C98}" type="sibTrans" cxnId="{26DCA67F-DCFB-4658-A878-FFC61BDD5486}">
      <dgm:prSet/>
      <dgm:spPr/>
      <dgm:t>
        <a:bodyPr/>
        <a:lstStyle/>
        <a:p>
          <a:endParaRPr lang="en-US" dirty="0"/>
        </a:p>
      </dgm:t>
    </dgm:pt>
    <dgm:pt modelId="{A5CCBF0E-3387-4FD8-8965-DC76AE035AD6}">
      <dgm:prSet phldrT="[Texto]"/>
      <dgm:spPr/>
      <dgm:t>
        <a:bodyPr/>
        <a:lstStyle/>
        <a:p>
          <a:r>
            <a:rPr lang="en-US" u="sng" dirty="0"/>
            <a:t>Can you tell me </a:t>
          </a:r>
          <a:r>
            <a:rPr lang="en-US" b="1" dirty="0"/>
            <a:t>where</a:t>
          </a:r>
          <a:r>
            <a:rPr lang="en-US" dirty="0"/>
            <a:t> you were born?</a:t>
          </a:r>
        </a:p>
      </dgm:t>
    </dgm:pt>
    <dgm:pt modelId="{9F1CF8EC-2C76-47A5-B542-145F72221C82}" type="parTrans" cxnId="{21D5727C-D152-4389-9C3B-6ADA5740AEB1}">
      <dgm:prSet/>
      <dgm:spPr/>
      <dgm:t>
        <a:bodyPr/>
        <a:lstStyle/>
        <a:p>
          <a:endParaRPr lang="en-US"/>
        </a:p>
      </dgm:t>
    </dgm:pt>
    <dgm:pt modelId="{71E91DBD-0D39-48E0-8AC3-A71604AC79CE}" type="sibTrans" cxnId="{21D5727C-D152-4389-9C3B-6ADA5740AEB1}">
      <dgm:prSet/>
      <dgm:spPr/>
      <dgm:t>
        <a:bodyPr/>
        <a:lstStyle/>
        <a:p>
          <a:endParaRPr lang="en-US"/>
        </a:p>
      </dgm:t>
    </dgm:pt>
    <dgm:pt modelId="{2FBBECB7-C65E-4D03-8B03-7633C05634FE}" type="pres">
      <dgm:prSet presAssocID="{7C350A26-E06D-437B-89D8-6ABB3FC6B489}" presName="Name0" presStyleCnt="0">
        <dgm:presLayoutVars>
          <dgm:dir/>
          <dgm:resizeHandles val="exact"/>
        </dgm:presLayoutVars>
      </dgm:prSet>
      <dgm:spPr/>
    </dgm:pt>
    <dgm:pt modelId="{49A27AD9-222F-4901-BE70-0B5932C05CD5}" type="pres">
      <dgm:prSet presAssocID="{FD71ED4B-067B-436F-AB40-5D2A3124AE5F}" presName="node" presStyleLbl="node1" presStyleIdx="0" presStyleCnt="3">
        <dgm:presLayoutVars>
          <dgm:bulletEnabled val="1"/>
        </dgm:presLayoutVars>
      </dgm:prSet>
      <dgm:spPr/>
    </dgm:pt>
    <dgm:pt modelId="{1CA046B3-05DA-40D6-98A6-EE7F444662BA}" type="pres">
      <dgm:prSet presAssocID="{F0888093-A0EC-4EAE-B08A-097B1F4F9018}" presName="sibTrans" presStyleLbl="sibTrans2D1" presStyleIdx="0" presStyleCnt="2"/>
      <dgm:spPr/>
    </dgm:pt>
    <dgm:pt modelId="{7D029697-D92A-4CE5-A780-930C65AA7E4F}" type="pres">
      <dgm:prSet presAssocID="{F0888093-A0EC-4EAE-B08A-097B1F4F9018}" presName="connectorText" presStyleLbl="sibTrans2D1" presStyleIdx="0" presStyleCnt="2"/>
      <dgm:spPr/>
    </dgm:pt>
    <dgm:pt modelId="{4E41B0B1-1323-4140-B507-22CC99CD2E14}" type="pres">
      <dgm:prSet presAssocID="{F391D207-B279-4A47-952E-E13A106B60FD}" presName="node" presStyleLbl="node1" presStyleIdx="1" presStyleCnt="3">
        <dgm:presLayoutVars>
          <dgm:bulletEnabled val="1"/>
        </dgm:presLayoutVars>
      </dgm:prSet>
      <dgm:spPr/>
    </dgm:pt>
    <dgm:pt modelId="{98190CC6-103D-4EC0-B2FC-19C01198CD86}" type="pres">
      <dgm:prSet presAssocID="{50A83719-5D07-4C30-8917-AEDE9BA37C98}" presName="sibTrans" presStyleLbl="sibTrans2D1" presStyleIdx="1" presStyleCnt="2"/>
      <dgm:spPr/>
    </dgm:pt>
    <dgm:pt modelId="{C9578B12-7FD1-4883-851B-016F7EB8C1F4}" type="pres">
      <dgm:prSet presAssocID="{50A83719-5D07-4C30-8917-AEDE9BA37C98}" presName="connectorText" presStyleLbl="sibTrans2D1" presStyleIdx="1" presStyleCnt="2"/>
      <dgm:spPr/>
    </dgm:pt>
    <dgm:pt modelId="{45C3E3FF-7058-478E-B446-E1F67CA730AE}" type="pres">
      <dgm:prSet presAssocID="{A5CCBF0E-3387-4FD8-8965-DC76AE035AD6}" presName="node" presStyleLbl="node1" presStyleIdx="2" presStyleCnt="3">
        <dgm:presLayoutVars>
          <dgm:bulletEnabled val="1"/>
        </dgm:presLayoutVars>
      </dgm:prSet>
      <dgm:spPr/>
    </dgm:pt>
  </dgm:ptLst>
  <dgm:cxnLst>
    <dgm:cxn modelId="{D8BF6B40-BCB3-4A24-A64E-4971484C4A56}" type="presOf" srcId="{F0888093-A0EC-4EAE-B08A-097B1F4F9018}" destId="{7D029697-D92A-4CE5-A780-930C65AA7E4F}" srcOrd="1" destOrd="0" presId="urn:microsoft.com/office/officeart/2005/8/layout/process1"/>
    <dgm:cxn modelId="{33CF214A-6D44-4B5C-BBB1-9D7B1FEF3028}" type="presOf" srcId="{FD71ED4B-067B-436F-AB40-5D2A3124AE5F}" destId="{49A27AD9-222F-4901-BE70-0B5932C05CD5}" srcOrd="0" destOrd="0" presId="urn:microsoft.com/office/officeart/2005/8/layout/process1"/>
    <dgm:cxn modelId="{9D699D71-D287-4F28-8922-D79F88551655}" srcId="{7C350A26-E06D-437B-89D8-6ABB3FC6B489}" destId="{FD71ED4B-067B-436F-AB40-5D2A3124AE5F}" srcOrd="0" destOrd="0" parTransId="{5AD4A198-43E5-45C2-AA81-F72BCF8C446E}" sibTransId="{F0888093-A0EC-4EAE-B08A-097B1F4F9018}"/>
    <dgm:cxn modelId="{09421F52-F4C8-4638-9558-052AA3FA6A7A}" type="presOf" srcId="{50A83719-5D07-4C30-8917-AEDE9BA37C98}" destId="{98190CC6-103D-4EC0-B2FC-19C01198CD86}" srcOrd="0" destOrd="0" presId="urn:microsoft.com/office/officeart/2005/8/layout/process1"/>
    <dgm:cxn modelId="{0669C358-7D55-47C1-A0CC-0726CE4DA7BA}" type="presOf" srcId="{A5CCBF0E-3387-4FD8-8965-DC76AE035AD6}" destId="{45C3E3FF-7058-478E-B446-E1F67CA730AE}" srcOrd="0" destOrd="0" presId="urn:microsoft.com/office/officeart/2005/8/layout/process1"/>
    <dgm:cxn modelId="{21D5727C-D152-4389-9C3B-6ADA5740AEB1}" srcId="{7C350A26-E06D-437B-89D8-6ABB3FC6B489}" destId="{A5CCBF0E-3387-4FD8-8965-DC76AE035AD6}" srcOrd="2" destOrd="0" parTransId="{9F1CF8EC-2C76-47A5-B542-145F72221C82}" sibTransId="{71E91DBD-0D39-48E0-8AC3-A71604AC79CE}"/>
    <dgm:cxn modelId="{26DCA67F-DCFB-4658-A878-FFC61BDD5486}" srcId="{7C350A26-E06D-437B-89D8-6ABB3FC6B489}" destId="{F391D207-B279-4A47-952E-E13A106B60FD}" srcOrd="1" destOrd="0" parTransId="{D4553ED7-4418-41C9-8321-1AD2187E8615}" sibTransId="{50A83719-5D07-4C30-8917-AEDE9BA37C98}"/>
    <dgm:cxn modelId="{0343EFAE-B089-427C-9878-4D764D04D5E4}" type="presOf" srcId="{7C350A26-E06D-437B-89D8-6ABB3FC6B489}" destId="{2FBBECB7-C65E-4D03-8B03-7633C05634FE}" srcOrd="0" destOrd="0" presId="urn:microsoft.com/office/officeart/2005/8/layout/process1"/>
    <dgm:cxn modelId="{24D60BB0-0A13-4A0C-910A-5E2A7207CA1F}" type="presOf" srcId="{F391D207-B279-4A47-952E-E13A106B60FD}" destId="{4E41B0B1-1323-4140-B507-22CC99CD2E14}" srcOrd="0" destOrd="0" presId="urn:microsoft.com/office/officeart/2005/8/layout/process1"/>
    <dgm:cxn modelId="{8B35BCC0-7D9F-4F8A-9CBF-8527ACC51567}" type="presOf" srcId="{F0888093-A0EC-4EAE-B08A-097B1F4F9018}" destId="{1CA046B3-05DA-40D6-98A6-EE7F444662BA}" srcOrd="0" destOrd="0" presId="urn:microsoft.com/office/officeart/2005/8/layout/process1"/>
    <dgm:cxn modelId="{2DF62BCC-5F67-4FF3-8C87-7B314AAD87C2}" type="presOf" srcId="{50A83719-5D07-4C30-8917-AEDE9BA37C98}" destId="{C9578B12-7FD1-4883-851B-016F7EB8C1F4}" srcOrd="1" destOrd="0" presId="urn:microsoft.com/office/officeart/2005/8/layout/process1"/>
    <dgm:cxn modelId="{65F2E46C-69FA-4A71-A6E1-85A154EDD934}" type="presParOf" srcId="{2FBBECB7-C65E-4D03-8B03-7633C05634FE}" destId="{49A27AD9-222F-4901-BE70-0B5932C05CD5}" srcOrd="0" destOrd="0" presId="urn:microsoft.com/office/officeart/2005/8/layout/process1"/>
    <dgm:cxn modelId="{505BA8DE-2E00-4E26-A3AC-DD1C61D344E3}" type="presParOf" srcId="{2FBBECB7-C65E-4D03-8B03-7633C05634FE}" destId="{1CA046B3-05DA-40D6-98A6-EE7F444662BA}" srcOrd="1" destOrd="0" presId="urn:microsoft.com/office/officeart/2005/8/layout/process1"/>
    <dgm:cxn modelId="{16738EE9-0808-427C-9CEC-A496643C9C9A}" type="presParOf" srcId="{1CA046B3-05DA-40D6-98A6-EE7F444662BA}" destId="{7D029697-D92A-4CE5-A780-930C65AA7E4F}" srcOrd="0" destOrd="0" presId="urn:microsoft.com/office/officeart/2005/8/layout/process1"/>
    <dgm:cxn modelId="{7D5BDAED-3949-4686-9A69-4BC693999257}" type="presParOf" srcId="{2FBBECB7-C65E-4D03-8B03-7633C05634FE}" destId="{4E41B0B1-1323-4140-B507-22CC99CD2E14}" srcOrd="2" destOrd="0" presId="urn:microsoft.com/office/officeart/2005/8/layout/process1"/>
    <dgm:cxn modelId="{AB22A550-0381-45D3-BC82-EB9B912CE670}" type="presParOf" srcId="{2FBBECB7-C65E-4D03-8B03-7633C05634FE}" destId="{98190CC6-103D-4EC0-B2FC-19C01198CD86}" srcOrd="3" destOrd="0" presId="urn:microsoft.com/office/officeart/2005/8/layout/process1"/>
    <dgm:cxn modelId="{82E956E1-1AED-496B-B939-8F601364C396}" type="presParOf" srcId="{98190CC6-103D-4EC0-B2FC-19C01198CD86}" destId="{C9578B12-7FD1-4883-851B-016F7EB8C1F4}" srcOrd="0" destOrd="0" presId="urn:microsoft.com/office/officeart/2005/8/layout/process1"/>
    <dgm:cxn modelId="{998C96EE-C84B-4E58-BC9F-88BD347B2B4A}" type="presParOf" srcId="{2FBBECB7-C65E-4D03-8B03-7633C05634FE}" destId="{45C3E3FF-7058-478E-B446-E1F67CA730A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FA5849-A67E-47AE-B69B-2995FDA0C314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628B6E-12A2-4A78-9FAE-C52A38D3680A}">
      <dgm:prSet phldrT="[Texto]"/>
      <dgm:spPr/>
      <dgm:t>
        <a:bodyPr/>
        <a:lstStyle/>
        <a:p>
          <a:r>
            <a:rPr lang="en-US" dirty="0"/>
            <a:t>A / An</a:t>
          </a:r>
        </a:p>
      </dgm:t>
    </dgm:pt>
    <dgm:pt modelId="{0E48FF4B-5DA0-4173-935E-A9597FD49D9D}" type="parTrans" cxnId="{7C502826-6E2B-4DA3-8046-C47ECA486DE8}">
      <dgm:prSet/>
      <dgm:spPr/>
      <dgm:t>
        <a:bodyPr/>
        <a:lstStyle/>
        <a:p>
          <a:endParaRPr lang="en-US"/>
        </a:p>
      </dgm:t>
    </dgm:pt>
    <dgm:pt modelId="{55F85734-9CC3-4519-9627-5610285BBB84}" type="sibTrans" cxnId="{7C502826-6E2B-4DA3-8046-C47ECA486DE8}">
      <dgm:prSet/>
      <dgm:spPr/>
      <dgm:t>
        <a:bodyPr/>
        <a:lstStyle/>
        <a:p>
          <a:endParaRPr lang="en-US"/>
        </a:p>
      </dgm:t>
    </dgm:pt>
    <dgm:pt modelId="{FDEF5D3C-C547-463B-AF0A-71C6E3AA9BBC}">
      <dgm:prSet phldrT="[Texto]"/>
      <dgm:spPr/>
      <dgm:t>
        <a:bodyPr/>
        <a:lstStyle/>
        <a:p>
          <a:r>
            <a:rPr lang="en-US" dirty="0"/>
            <a:t>Talk about countable </a:t>
          </a:r>
          <a:r>
            <a:rPr lang="en-US" b="1" i="1" dirty="0"/>
            <a:t>singular objects</a:t>
          </a:r>
          <a:r>
            <a:rPr lang="en-US" dirty="0"/>
            <a:t>.</a:t>
          </a:r>
        </a:p>
      </dgm:t>
    </dgm:pt>
    <dgm:pt modelId="{17E438B3-B8DD-426B-939D-7FE1021BF21C}" type="parTrans" cxnId="{FBCFC889-69D9-4E39-8B3F-6CE3C7F45076}">
      <dgm:prSet/>
      <dgm:spPr/>
      <dgm:t>
        <a:bodyPr/>
        <a:lstStyle/>
        <a:p>
          <a:endParaRPr lang="en-US"/>
        </a:p>
      </dgm:t>
    </dgm:pt>
    <dgm:pt modelId="{01C7828D-EA0C-4185-A8BD-1918D879DD1C}" type="sibTrans" cxnId="{FBCFC889-69D9-4E39-8B3F-6CE3C7F45076}">
      <dgm:prSet/>
      <dgm:spPr/>
      <dgm:t>
        <a:bodyPr/>
        <a:lstStyle/>
        <a:p>
          <a:endParaRPr lang="en-US"/>
        </a:p>
      </dgm:t>
    </dgm:pt>
    <dgm:pt modelId="{F310924B-0F10-4DFD-97EF-1B4A5DBDC517}">
      <dgm:prSet phldrT="[Texto]"/>
      <dgm:spPr/>
      <dgm:t>
        <a:bodyPr/>
        <a:lstStyle/>
        <a:p>
          <a:r>
            <a:rPr lang="en-US" dirty="0"/>
            <a:t>Talk about an object the </a:t>
          </a:r>
          <a:r>
            <a:rPr lang="en-US" b="1" i="1" dirty="0"/>
            <a:t>first time </a:t>
          </a:r>
          <a:r>
            <a:rPr lang="en-US" b="0" i="0" dirty="0"/>
            <a:t>(Establish a context)</a:t>
          </a:r>
          <a:r>
            <a:rPr lang="en-US" b="1" i="1" dirty="0"/>
            <a:t>.</a:t>
          </a:r>
        </a:p>
      </dgm:t>
    </dgm:pt>
    <dgm:pt modelId="{19C8D474-F4CE-4C44-8209-7E076AE042AE}" type="parTrans" cxnId="{A7F87E8E-7F01-48D3-89A2-E1F757C83FF2}">
      <dgm:prSet/>
      <dgm:spPr/>
      <dgm:t>
        <a:bodyPr/>
        <a:lstStyle/>
        <a:p>
          <a:endParaRPr lang="en-US"/>
        </a:p>
      </dgm:t>
    </dgm:pt>
    <dgm:pt modelId="{A8B4657B-41E9-4A2E-90BD-55B24F519A16}" type="sibTrans" cxnId="{A7F87E8E-7F01-48D3-89A2-E1F757C83FF2}">
      <dgm:prSet/>
      <dgm:spPr/>
      <dgm:t>
        <a:bodyPr/>
        <a:lstStyle/>
        <a:p>
          <a:endParaRPr lang="en-US"/>
        </a:p>
      </dgm:t>
    </dgm:pt>
    <dgm:pt modelId="{84AD487D-D58C-4CDE-B409-2384747B511B}">
      <dgm:prSet phldrT="[Texto]"/>
      <dgm:spPr/>
      <dgm:t>
        <a:bodyPr/>
        <a:lstStyle/>
        <a:p>
          <a:r>
            <a:rPr lang="en-US" dirty="0"/>
            <a:t>The</a:t>
          </a:r>
        </a:p>
      </dgm:t>
    </dgm:pt>
    <dgm:pt modelId="{07AE3C8C-A127-4E9C-8094-AEBD3CA5ED63}" type="parTrans" cxnId="{93510AE7-7A62-48CA-BE57-C5F5A4C1B44E}">
      <dgm:prSet/>
      <dgm:spPr/>
      <dgm:t>
        <a:bodyPr/>
        <a:lstStyle/>
        <a:p>
          <a:endParaRPr lang="en-US"/>
        </a:p>
      </dgm:t>
    </dgm:pt>
    <dgm:pt modelId="{C067A52E-33CC-43DE-82F8-29FC4F56D5BC}" type="sibTrans" cxnId="{93510AE7-7A62-48CA-BE57-C5F5A4C1B44E}">
      <dgm:prSet/>
      <dgm:spPr/>
      <dgm:t>
        <a:bodyPr/>
        <a:lstStyle/>
        <a:p>
          <a:endParaRPr lang="en-US"/>
        </a:p>
      </dgm:t>
    </dgm:pt>
    <dgm:pt modelId="{C36F9C7A-A5FA-47AA-836B-D1085BA3E637}">
      <dgm:prSet phldrT="[Texto]"/>
      <dgm:spPr/>
      <dgm:t>
        <a:bodyPr/>
        <a:lstStyle/>
        <a:p>
          <a:r>
            <a:rPr lang="en-US" dirty="0"/>
            <a:t>Talk about </a:t>
          </a:r>
          <a:r>
            <a:rPr lang="en-US" b="1" i="1" dirty="0"/>
            <a:t>something specific</a:t>
          </a:r>
          <a:r>
            <a:rPr lang="en-US" dirty="0"/>
            <a:t>.</a:t>
          </a:r>
        </a:p>
      </dgm:t>
    </dgm:pt>
    <dgm:pt modelId="{0EE9023E-1F5A-43E4-8324-C57F553F8D96}" type="parTrans" cxnId="{A12B1368-3AC8-45D2-BF00-3BD67338A95C}">
      <dgm:prSet/>
      <dgm:spPr/>
      <dgm:t>
        <a:bodyPr/>
        <a:lstStyle/>
        <a:p>
          <a:endParaRPr lang="en-US"/>
        </a:p>
      </dgm:t>
    </dgm:pt>
    <dgm:pt modelId="{E419B666-B727-4E3A-8F2A-BF109F98428D}" type="sibTrans" cxnId="{A12B1368-3AC8-45D2-BF00-3BD67338A95C}">
      <dgm:prSet/>
      <dgm:spPr/>
      <dgm:t>
        <a:bodyPr/>
        <a:lstStyle/>
        <a:p>
          <a:endParaRPr lang="en-US"/>
        </a:p>
      </dgm:t>
    </dgm:pt>
    <dgm:pt modelId="{EEA45378-A6D1-463E-803D-444A99E217B8}">
      <dgm:prSet phldrT="[Texto]"/>
      <dgm:spPr/>
      <dgm:t>
        <a:bodyPr/>
        <a:lstStyle/>
        <a:p>
          <a:r>
            <a:rPr lang="en-US" dirty="0"/>
            <a:t>Talk about </a:t>
          </a:r>
          <a:r>
            <a:rPr lang="en-US" b="1" i="1" dirty="0"/>
            <a:t>unique</a:t>
          </a:r>
          <a:r>
            <a:rPr lang="en-US" dirty="0"/>
            <a:t> things.</a:t>
          </a:r>
        </a:p>
      </dgm:t>
    </dgm:pt>
    <dgm:pt modelId="{5AAF6DA1-F869-42AC-92E0-5837EC052A6E}" type="parTrans" cxnId="{4486D0DE-F956-4292-B8DC-6992B08AE285}">
      <dgm:prSet/>
      <dgm:spPr/>
      <dgm:t>
        <a:bodyPr/>
        <a:lstStyle/>
        <a:p>
          <a:endParaRPr lang="en-US"/>
        </a:p>
      </dgm:t>
    </dgm:pt>
    <dgm:pt modelId="{0C3C1A85-0470-4955-BA1C-ED654F7D9F05}" type="sibTrans" cxnId="{4486D0DE-F956-4292-B8DC-6992B08AE285}">
      <dgm:prSet/>
      <dgm:spPr/>
      <dgm:t>
        <a:bodyPr/>
        <a:lstStyle/>
        <a:p>
          <a:endParaRPr lang="en-US"/>
        </a:p>
      </dgm:t>
    </dgm:pt>
    <dgm:pt modelId="{2948CF50-C89C-4C7B-8AC6-EE0BB1C35287}">
      <dgm:prSet phldrT="[Texto]"/>
      <dgm:spPr/>
      <dgm:t>
        <a:bodyPr/>
        <a:lstStyle/>
        <a:p>
          <a:r>
            <a:rPr lang="en-US" dirty="0"/>
            <a:t>No article</a:t>
          </a:r>
        </a:p>
      </dgm:t>
    </dgm:pt>
    <dgm:pt modelId="{71E76ECA-B84A-4641-9FE9-7BCEF12EAB08}" type="parTrans" cxnId="{F9E64F38-3C40-4EDD-93EF-83C0352D80B0}">
      <dgm:prSet/>
      <dgm:spPr/>
      <dgm:t>
        <a:bodyPr/>
        <a:lstStyle/>
        <a:p>
          <a:endParaRPr lang="en-US"/>
        </a:p>
      </dgm:t>
    </dgm:pt>
    <dgm:pt modelId="{ED514C16-A37B-46C3-AC78-37A3C31F690D}" type="sibTrans" cxnId="{F9E64F38-3C40-4EDD-93EF-83C0352D80B0}">
      <dgm:prSet/>
      <dgm:spPr/>
      <dgm:t>
        <a:bodyPr/>
        <a:lstStyle/>
        <a:p>
          <a:endParaRPr lang="en-US"/>
        </a:p>
      </dgm:t>
    </dgm:pt>
    <dgm:pt modelId="{C86733CF-028F-40DB-9739-28A4ADD39B35}">
      <dgm:prSet phldrT="[Texto]"/>
      <dgm:spPr/>
      <dgm:t>
        <a:bodyPr/>
        <a:lstStyle/>
        <a:p>
          <a:r>
            <a:rPr lang="en-US" dirty="0"/>
            <a:t>Talk about </a:t>
          </a:r>
          <a:r>
            <a:rPr lang="en-US" b="1" i="1" dirty="0"/>
            <a:t>general things</a:t>
          </a:r>
          <a:r>
            <a:rPr lang="en-US" dirty="0"/>
            <a:t>.</a:t>
          </a:r>
        </a:p>
      </dgm:t>
    </dgm:pt>
    <dgm:pt modelId="{7A434C21-4581-4DD1-9841-095EC8884837}" type="parTrans" cxnId="{E2DA7F5E-AB37-4543-A0B9-C645F9E0D113}">
      <dgm:prSet/>
      <dgm:spPr/>
      <dgm:t>
        <a:bodyPr/>
        <a:lstStyle/>
        <a:p>
          <a:endParaRPr lang="en-US"/>
        </a:p>
      </dgm:t>
    </dgm:pt>
    <dgm:pt modelId="{F4F0BD36-3E0C-4354-B37C-A2A93E237EB3}" type="sibTrans" cxnId="{E2DA7F5E-AB37-4543-A0B9-C645F9E0D113}">
      <dgm:prSet/>
      <dgm:spPr/>
      <dgm:t>
        <a:bodyPr/>
        <a:lstStyle/>
        <a:p>
          <a:endParaRPr lang="en-US"/>
        </a:p>
      </dgm:t>
    </dgm:pt>
    <dgm:pt modelId="{8913E00C-1F28-4BCB-878C-60EE46E7D130}">
      <dgm:prSet phldrT="[Texto]"/>
      <dgm:spPr/>
      <dgm:t>
        <a:bodyPr/>
        <a:lstStyle/>
        <a:p>
          <a:r>
            <a:rPr lang="en-US" dirty="0"/>
            <a:t>Talk about </a:t>
          </a:r>
          <a:r>
            <a:rPr lang="en-US" b="1" i="1" dirty="0"/>
            <a:t>proper name</a:t>
          </a:r>
          <a:r>
            <a:rPr lang="en-US" dirty="0"/>
            <a:t>s.</a:t>
          </a:r>
        </a:p>
      </dgm:t>
    </dgm:pt>
    <dgm:pt modelId="{868FCD26-44D0-4976-99ED-0C4C5F460E1A}" type="parTrans" cxnId="{58416E01-6699-46C5-B302-89733B7F19CD}">
      <dgm:prSet/>
      <dgm:spPr/>
      <dgm:t>
        <a:bodyPr/>
        <a:lstStyle/>
        <a:p>
          <a:endParaRPr lang="en-US"/>
        </a:p>
      </dgm:t>
    </dgm:pt>
    <dgm:pt modelId="{504E213C-325F-4E12-A701-B6A57F844A0E}" type="sibTrans" cxnId="{58416E01-6699-46C5-B302-89733B7F19CD}">
      <dgm:prSet/>
      <dgm:spPr/>
      <dgm:t>
        <a:bodyPr/>
        <a:lstStyle/>
        <a:p>
          <a:endParaRPr lang="en-US"/>
        </a:p>
      </dgm:t>
    </dgm:pt>
    <dgm:pt modelId="{87A999D0-2735-4D5F-A367-8A920AEB6D7F}">
      <dgm:prSet phldrT="[Texto]"/>
      <dgm:spPr/>
      <dgm:t>
        <a:bodyPr/>
        <a:lstStyle/>
        <a:p>
          <a:endParaRPr lang="en-US" dirty="0"/>
        </a:p>
      </dgm:t>
    </dgm:pt>
    <dgm:pt modelId="{A4BD0913-8068-4BE8-B721-4FF492B90CFC}" type="parTrans" cxnId="{0CC4155C-437F-4C8A-BEA7-F8E9E648C177}">
      <dgm:prSet/>
      <dgm:spPr/>
      <dgm:t>
        <a:bodyPr/>
        <a:lstStyle/>
        <a:p>
          <a:endParaRPr lang="en-US"/>
        </a:p>
      </dgm:t>
    </dgm:pt>
    <dgm:pt modelId="{6538AFB7-5A70-4944-9236-348EBA31CD10}" type="sibTrans" cxnId="{0CC4155C-437F-4C8A-BEA7-F8E9E648C177}">
      <dgm:prSet/>
      <dgm:spPr/>
      <dgm:t>
        <a:bodyPr/>
        <a:lstStyle/>
        <a:p>
          <a:endParaRPr lang="en-US"/>
        </a:p>
      </dgm:t>
    </dgm:pt>
    <dgm:pt modelId="{74F8D0D3-FDE1-484F-8D86-3312B92AA71A}">
      <dgm:prSet phldrT="[Texto]"/>
      <dgm:spPr/>
      <dgm:t>
        <a:bodyPr/>
        <a:lstStyle/>
        <a:p>
          <a:r>
            <a:rPr lang="en-US" dirty="0"/>
            <a:t>Talk about an object mentioned with </a:t>
          </a:r>
          <a:r>
            <a:rPr lang="en-US" b="1" i="1" dirty="0"/>
            <a:t>a /an </a:t>
          </a:r>
          <a:r>
            <a:rPr lang="en-US" dirty="0"/>
            <a:t>before hand.</a:t>
          </a:r>
        </a:p>
      </dgm:t>
    </dgm:pt>
    <dgm:pt modelId="{2026BB08-E4BA-4DB3-BF1A-089D9A46F3CA}" type="parTrans" cxnId="{08426794-3516-46CB-A8EF-2D7E8D5E8592}">
      <dgm:prSet/>
      <dgm:spPr/>
      <dgm:t>
        <a:bodyPr/>
        <a:lstStyle/>
        <a:p>
          <a:endParaRPr lang="en-US"/>
        </a:p>
      </dgm:t>
    </dgm:pt>
    <dgm:pt modelId="{F1B7AF7F-6B04-4262-8901-BDFA46BD767F}" type="sibTrans" cxnId="{08426794-3516-46CB-A8EF-2D7E8D5E8592}">
      <dgm:prSet/>
      <dgm:spPr/>
      <dgm:t>
        <a:bodyPr/>
        <a:lstStyle/>
        <a:p>
          <a:endParaRPr lang="en-US"/>
        </a:p>
      </dgm:t>
    </dgm:pt>
    <dgm:pt modelId="{36CB3C54-9CAE-4A7E-AAD3-4032C287B0AD}">
      <dgm:prSet phldrT="[Texto]"/>
      <dgm:spPr/>
      <dgm:t>
        <a:bodyPr/>
        <a:lstStyle/>
        <a:p>
          <a:r>
            <a:rPr lang="en-US" b="1" dirty="0"/>
            <a:t>Plurals</a:t>
          </a:r>
          <a:r>
            <a:rPr lang="en-US" dirty="0"/>
            <a:t>.</a:t>
          </a:r>
        </a:p>
      </dgm:t>
    </dgm:pt>
    <dgm:pt modelId="{F621883B-5C42-45FC-B1A5-964426428A7E}" type="parTrans" cxnId="{CA25072C-9290-4BA5-AA83-2CC1FCBAB2B1}">
      <dgm:prSet/>
      <dgm:spPr/>
    </dgm:pt>
    <dgm:pt modelId="{173948E4-8FCC-47AE-A82A-783754A19120}" type="sibTrans" cxnId="{CA25072C-9290-4BA5-AA83-2CC1FCBAB2B1}">
      <dgm:prSet/>
      <dgm:spPr/>
    </dgm:pt>
    <dgm:pt modelId="{0A43940D-1CBC-44C4-8FEA-6166379CC99C}" type="pres">
      <dgm:prSet presAssocID="{F7FA5849-A67E-47AE-B69B-2995FDA0C314}" presName="Name0" presStyleCnt="0">
        <dgm:presLayoutVars>
          <dgm:dir/>
          <dgm:animLvl val="lvl"/>
          <dgm:resizeHandles val="exact"/>
        </dgm:presLayoutVars>
      </dgm:prSet>
      <dgm:spPr/>
    </dgm:pt>
    <dgm:pt modelId="{3B0BF7AD-6BDC-44E1-A090-142D474248FD}" type="pres">
      <dgm:prSet presAssocID="{21628B6E-12A2-4A78-9FAE-C52A38D3680A}" presName="composite" presStyleCnt="0"/>
      <dgm:spPr/>
    </dgm:pt>
    <dgm:pt modelId="{5E3F02BB-E939-4E2C-8FE3-9358ED2A4176}" type="pres">
      <dgm:prSet presAssocID="{21628B6E-12A2-4A78-9FAE-C52A38D3680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6307308-5EC0-4436-A218-5A4DC0640EE9}" type="pres">
      <dgm:prSet presAssocID="{21628B6E-12A2-4A78-9FAE-C52A38D3680A}" presName="desTx" presStyleLbl="alignAccFollowNode1" presStyleIdx="0" presStyleCnt="3">
        <dgm:presLayoutVars>
          <dgm:bulletEnabled val="1"/>
        </dgm:presLayoutVars>
      </dgm:prSet>
      <dgm:spPr/>
    </dgm:pt>
    <dgm:pt modelId="{BBA40B20-AEC8-4519-BBBD-345C7D04F299}" type="pres">
      <dgm:prSet presAssocID="{55F85734-9CC3-4519-9627-5610285BBB84}" presName="space" presStyleCnt="0"/>
      <dgm:spPr/>
    </dgm:pt>
    <dgm:pt modelId="{24D8120D-3131-4EFB-B902-7958A1373030}" type="pres">
      <dgm:prSet presAssocID="{84AD487D-D58C-4CDE-B409-2384747B511B}" presName="composite" presStyleCnt="0"/>
      <dgm:spPr/>
    </dgm:pt>
    <dgm:pt modelId="{843E7456-0A44-4BDD-AC83-6F9543F8BFFD}" type="pres">
      <dgm:prSet presAssocID="{84AD487D-D58C-4CDE-B409-2384747B511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82F3B82-2118-47AA-B180-0E3D0E49857E}" type="pres">
      <dgm:prSet presAssocID="{84AD487D-D58C-4CDE-B409-2384747B511B}" presName="desTx" presStyleLbl="alignAccFollowNode1" presStyleIdx="1" presStyleCnt="3">
        <dgm:presLayoutVars>
          <dgm:bulletEnabled val="1"/>
        </dgm:presLayoutVars>
      </dgm:prSet>
      <dgm:spPr/>
    </dgm:pt>
    <dgm:pt modelId="{28163382-5481-4C05-A45A-6F9B2BDC4E40}" type="pres">
      <dgm:prSet presAssocID="{C067A52E-33CC-43DE-82F8-29FC4F56D5BC}" presName="space" presStyleCnt="0"/>
      <dgm:spPr/>
    </dgm:pt>
    <dgm:pt modelId="{DABD8B5B-3B64-4CC3-BDDA-A415052864C9}" type="pres">
      <dgm:prSet presAssocID="{2948CF50-C89C-4C7B-8AC6-EE0BB1C35287}" presName="composite" presStyleCnt="0"/>
      <dgm:spPr/>
    </dgm:pt>
    <dgm:pt modelId="{8D84F9BD-423C-4EAD-AF1F-6944C519C6F9}" type="pres">
      <dgm:prSet presAssocID="{2948CF50-C89C-4C7B-8AC6-EE0BB1C3528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3EE7D15-5826-42A8-9C55-40E892175262}" type="pres">
      <dgm:prSet presAssocID="{2948CF50-C89C-4C7B-8AC6-EE0BB1C3528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8416E01-6699-46C5-B302-89733B7F19CD}" srcId="{2948CF50-C89C-4C7B-8AC6-EE0BB1C35287}" destId="{8913E00C-1F28-4BCB-878C-60EE46E7D130}" srcOrd="1" destOrd="0" parTransId="{868FCD26-44D0-4976-99ED-0C4C5F460E1A}" sibTransId="{504E213C-325F-4E12-A701-B6A57F844A0E}"/>
    <dgm:cxn modelId="{7C502826-6E2B-4DA3-8046-C47ECA486DE8}" srcId="{F7FA5849-A67E-47AE-B69B-2995FDA0C314}" destId="{21628B6E-12A2-4A78-9FAE-C52A38D3680A}" srcOrd="0" destOrd="0" parTransId="{0E48FF4B-5DA0-4173-935E-A9597FD49D9D}" sibTransId="{55F85734-9CC3-4519-9627-5610285BBB84}"/>
    <dgm:cxn modelId="{CA25072C-9290-4BA5-AA83-2CC1FCBAB2B1}" srcId="{2948CF50-C89C-4C7B-8AC6-EE0BB1C35287}" destId="{36CB3C54-9CAE-4A7E-AAD3-4032C287B0AD}" srcOrd="2" destOrd="0" parTransId="{F621883B-5C42-45FC-B1A5-964426428A7E}" sibTransId="{173948E4-8FCC-47AE-A82A-783754A19120}"/>
    <dgm:cxn modelId="{F9E64F38-3C40-4EDD-93EF-83C0352D80B0}" srcId="{F7FA5849-A67E-47AE-B69B-2995FDA0C314}" destId="{2948CF50-C89C-4C7B-8AC6-EE0BB1C35287}" srcOrd="2" destOrd="0" parTransId="{71E76ECA-B84A-4641-9FE9-7BCEF12EAB08}" sibTransId="{ED514C16-A37B-46C3-AC78-37A3C31F690D}"/>
    <dgm:cxn modelId="{0CC4155C-437F-4C8A-BEA7-F8E9E648C177}" srcId="{2948CF50-C89C-4C7B-8AC6-EE0BB1C35287}" destId="{87A999D0-2735-4D5F-A367-8A920AEB6D7F}" srcOrd="3" destOrd="0" parTransId="{A4BD0913-8068-4BE8-B721-4FF492B90CFC}" sibTransId="{6538AFB7-5A70-4944-9236-348EBA31CD10}"/>
    <dgm:cxn modelId="{3D7A295E-45E5-4555-BFD0-799864268811}" type="presOf" srcId="{F310924B-0F10-4DFD-97EF-1B4A5DBDC517}" destId="{36307308-5EC0-4436-A218-5A4DC0640EE9}" srcOrd="0" destOrd="1" presId="urn:microsoft.com/office/officeart/2005/8/layout/hList1"/>
    <dgm:cxn modelId="{E2DA7F5E-AB37-4543-A0B9-C645F9E0D113}" srcId="{2948CF50-C89C-4C7B-8AC6-EE0BB1C35287}" destId="{C86733CF-028F-40DB-9739-28A4ADD39B35}" srcOrd="0" destOrd="0" parTransId="{7A434C21-4581-4DD1-9841-095EC8884837}" sibTransId="{F4F0BD36-3E0C-4354-B37C-A2A93E237EB3}"/>
    <dgm:cxn modelId="{A12B1368-3AC8-45D2-BF00-3BD67338A95C}" srcId="{84AD487D-D58C-4CDE-B409-2384747B511B}" destId="{C36F9C7A-A5FA-47AA-836B-D1085BA3E637}" srcOrd="0" destOrd="0" parTransId="{0EE9023E-1F5A-43E4-8324-C57F553F8D96}" sibTransId="{E419B666-B727-4E3A-8F2A-BF109F98428D}"/>
    <dgm:cxn modelId="{3D5E2668-FE64-4431-9A69-6B1E419859F4}" type="presOf" srcId="{F7FA5849-A67E-47AE-B69B-2995FDA0C314}" destId="{0A43940D-1CBC-44C4-8FEA-6166379CC99C}" srcOrd="0" destOrd="0" presId="urn:microsoft.com/office/officeart/2005/8/layout/hList1"/>
    <dgm:cxn modelId="{0176E16A-210D-4D94-B40E-B8C9364F4D83}" type="presOf" srcId="{36CB3C54-9CAE-4A7E-AAD3-4032C287B0AD}" destId="{13EE7D15-5826-42A8-9C55-40E892175262}" srcOrd="0" destOrd="2" presId="urn:microsoft.com/office/officeart/2005/8/layout/hList1"/>
    <dgm:cxn modelId="{EC267252-C65D-4A66-985B-514649DFDD32}" type="presOf" srcId="{74F8D0D3-FDE1-484F-8D86-3312B92AA71A}" destId="{982F3B82-2118-47AA-B180-0E3D0E49857E}" srcOrd="0" destOrd="2" presId="urn:microsoft.com/office/officeart/2005/8/layout/hList1"/>
    <dgm:cxn modelId="{F6FBA85A-7348-469E-A8EB-2171E9A5D5AE}" type="presOf" srcId="{FDEF5D3C-C547-463B-AF0A-71C6E3AA9BBC}" destId="{36307308-5EC0-4436-A218-5A4DC0640EE9}" srcOrd="0" destOrd="0" presId="urn:microsoft.com/office/officeart/2005/8/layout/hList1"/>
    <dgm:cxn modelId="{75C1BE81-521E-4239-84E1-2A125B453649}" type="presOf" srcId="{2948CF50-C89C-4C7B-8AC6-EE0BB1C35287}" destId="{8D84F9BD-423C-4EAD-AF1F-6944C519C6F9}" srcOrd="0" destOrd="0" presId="urn:microsoft.com/office/officeart/2005/8/layout/hList1"/>
    <dgm:cxn modelId="{FBCFC889-69D9-4E39-8B3F-6CE3C7F45076}" srcId="{21628B6E-12A2-4A78-9FAE-C52A38D3680A}" destId="{FDEF5D3C-C547-463B-AF0A-71C6E3AA9BBC}" srcOrd="0" destOrd="0" parTransId="{17E438B3-B8DD-426B-939D-7FE1021BF21C}" sibTransId="{01C7828D-EA0C-4185-A8BD-1918D879DD1C}"/>
    <dgm:cxn modelId="{A7F87E8E-7F01-48D3-89A2-E1F757C83FF2}" srcId="{21628B6E-12A2-4A78-9FAE-C52A38D3680A}" destId="{F310924B-0F10-4DFD-97EF-1B4A5DBDC517}" srcOrd="1" destOrd="0" parTransId="{19C8D474-F4CE-4C44-8209-7E076AE042AE}" sibTransId="{A8B4657B-41E9-4A2E-90BD-55B24F519A16}"/>
    <dgm:cxn modelId="{08426794-3516-46CB-A8EF-2D7E8D5E8592}" srcId="{84AD487D-D58C-4CDE-B409-2384747B511B}" destId="{74F8D0D3-FDE1-484F-8D86-3312B92AA71A}" srcOrd="2" destOrd="0" parTransId="{2026BB08-E4BA-4DB3-BF1A-089D9A46F3CA}" sibTransId="{F1B7AF7F-6B04-4262-8901-BDFA46BD767F}"/>
    <dgm:cxn modelId="{759020B8-4868-4577-9E2E-3E74EEB05C76}" type="presOf" srcId="{87A999D0-2735-4D5F-A367-8A920AEB6D7F}" destId="{13EE7D15-5826-42A8-9C55-40E892175262}" srcOrd="0" destOrd="3" presId="urn:microsoft.com/office/officeart/2005/8/layout/hList1"/>
    <dgm:cxn modelId="{A51CD5B9-E11F-4623-830B-870A3008835B}" type="presOf" srcId="{21628B6E-12A2-4A78-9FAE-C52A38D3680A}" destId="{5E3F02BB-E939-4E2C-8FE3-9358ED2A4176}" srcOrd="0" destOrd="0" presId="urn:microsoft.com/office/officeart/2005/8/layout/hList1"/>
    <dgm:cxn modelId="{566C3DBF-44D3-4FFC-A5D0-36B983C58641}" type="presOf" srcId="{8913E00C-1F28-4BCB-878C-60EE46E7D130}" destId="{13EE7D15-5826-42A8-9C55-40E892175262}" srcOrd="0" destOrd="1" presId="urn:microsoft.com/office/officeart/2005/8/layout/hList1"/>
    <dgm:cxn modelId="{3557DBCA-F0F3-4ABC-90E9-263E143BA676}" type="presOf" srcId="{C36F9C7A-A5FA-47AA-836B-D1085BA3E637}" destId="{982F3B82-2118-47AA-B180-0E3D0E49857E}" srcOrd="0" destOrd="0" presId="urn:microsoft.com/office/officeart/2005/8/layout/hList1"/>
    <dgm:cxn modelId="{070D7BDC-CF1D-46D2-8C22-AA4748887893}" type="presOf" srcId="{84AD487D-D58C-4CDE-B409-2384747B511B}" destId="{843E7456-0A44-4BDD-AC83-6F9543F8BFFD}" srcOrd="0" destOrd="0" presId="urn:microsoft.com/office/officeart/2005/8/layout/hList1"/>
    <dgm:cxn modelId="{4486D0DE-F956-4292-B8DC-6992B08AE285}" srcId="{84AD487D-D58C-4CDE-B409-2384747B511B}" destId="{EEA45378-A6D1-463E-803D-444A99E217B8}" srcOrd="1" destOrd="0" parTransId="{5AAF6DA1-F869-42AC-92E0-5837EC052A6E}" sibTransId="{0C3C1A85-0470-4955-BA1C-ED654F7D9F05}"/>
    <dgm:cxn modelId="{4784ABDF-472E-4A33-98E8-3F9323C3298F}" type="presOf" srcId="{EEA45378-A6D1-463E-803D-444A99E217B8}" destId="{982F3B82-2118-47AA-B180-0E3D0E49857E}" srcOrd="0" destOrd="1" presId="urn:microsoft.com/office/officeart/2005/8/layout/hList1"/>
    <dgm:cxn modelId="{93510AE7-7A62-48CA-BE57-C5F5A4C1B44E}" srcId="{F7FA5849-A67E-47AE-B69B-2995FDA0C314}" destId="{84AD487D-D58C-4CDE-B409-2384747B511B}" srcOrd="1" destOrd="0" parTransId="{07AE3C8C-A127-4E9C-8094-AEBD3CA5ED63}" sibTransId="{C067A52E-33CC-43DE-82F8-29FC4F56D5BC}"/>
    <dgm:cxn modelId="{D59064F6-059F-4CDB-BBC2-0CEBD37B41BF}" type="presOf" srcId="{C86733CF-028F-40DB-9739-28A4ADD39B35}" destId="{13EE7D15-5826-42A8-9C55-40E892175262}" srcOrd="0" destOrd="0" presId="urn:microsoft.com/office/officeart/2005/8/layout/hList1"/>
    <dgm:cxn modelId="{4F8FD0D4-C118-49E7-8D5F-4EEB2C01CA0E}" type="presParOf" srcId="{0A43940D-1CBC-44C4-8FEA-6166379CC99C}" destId="{3B0BF7AD-6BDC-44E1-A090-142D474248FD}" srcOrd="0" destOrd="0" presId="urn:microsoft.com/office/officeart/2005/8/layout/hList1"/>
    <dgm:cxn modelId="{FACAB5D9-D7D9-4D67-A9A2-082A746791DD}" type="presParOf" srcId="{3B0BF7AD-6BDC-44E1-A090-142D474248FD}" destId="{5E3F02BB-E939-4E2C-8FE3-9358ED2A4176}" srcOrd="0" destOrd="0" presId="urn:microsoft.com/office/officeart/2005/8/layout/hList1"/>
    <dgm:cxn modelId="{3AC70D84-0097-4E64-B668-DE1C7B3DB641}" type="presParOf" srcId="{3B0BF7AD-6BDC-44E1-A090-142D474248FD}" destId="{36307308-5EC0-4436-A218-5A4DC0640EE9}" srcOrd="1" destOrd="0" presId="urn:microsoft.com/office/officeart/2005/8/layout/hList1"/>
    <dgm:cxn modelId="{2E3337BC-8BC5-400D-AEFB-639CF6A826A0}" type="presParOf" srcId="{0A43940D-1CBC-44C4-8FEA-6166379CC99C}" destId="{BBA40B20-AEC8-4519-BBBD-345C7D04F299}" srcOrd="1" destOrd="0" presId="urn:microsoft.com/office/officeart/2005/8/layout/hList1"/>
    <dgm:cxn modelId="{5232B1F9-2A69-45F3-ABB5-8E1FA3ED8AD1}" type="presParOf" srcId="{0A43940D-1CBC-44C4-8FEA-6166379CC99C}" destId="{24D8120D-3131-4EFB-B902-7958A1373030}" srcOrd="2" destOrd="0" presId="urn:microsoft.com/office/officeart/2005/8/layout/hList1"/>
    <dgm:cxn modelId="{B7288D30-B4A2-4260-B1F5-2AC416F4D896}" type="presParOf" srcId="{24D8120D-3131-4EFB-B902-7958A1373030}" destId="{843E7456-0A44-4BDD-AC83-6F9543F8BFFD}" srcOrd="0" destOrd="0" presId="urn:microsoft.com/office/officeart/2005/8/layout/hList1"/>
    <dgm:cxn modelId="{741E01F3-0362-42BE-8B76-9B01CB6ECCBB}" type="presParOf" srcId="{24D8120D-3131-4EFB-B902-7958A1373030}" destId="{982F3B82-2118-47AA-B180-0E3D0E49857E}" srcOrd="1" destOrd="0" presId="urn:microsoft.com/office/officeart/2005/8/layout/hList1"/>
    <dgm:cxn modelId="{DC44A5F3-A7CA-4662-B497-65B9FA6E93F8}" type="presParOf" srcId="{0A43940D-1CBC-44C4-8FEA-6166379CC99C}" destId="{28163382-5481-4C05-A45A-6F9B2BDC4E40}" srcOrd="3" destOrd="0" presId="urn:microsoft.com/office/officeart/2005/8/layout/hList1"/>
    <dgm:cxn modelId="{FE197F60-D891-4B9D-9FB2-61B7715D49E0}" type="presParOf" srcId="{0A43940D-1CBC-44C4-8FEA-6166379CC99C}" destId="{DABD8B5B-3B64-4CC3-BDDA-A415052864C9}" srcOrd="4" destOrd="0" presId="urn:microsoft.com/office/officeart/2005/8/layout/hList1"/>
    <dgm:cxn modelId="{54C5F4EF-6408-495B-99AC-49C9D80FC2A2}" type="presParOf" srcId="{DABD8B5B-3B64-4CC3-BDDA-A415052864C9}" destId="{8D84F9BD-423C-4EAD-AF1F-6944C519C6F9}" srcOrd="0" destOrd="0" presId="urn:microsoft.com/office/officeart/2005/8/layout/hList1"/>
    <dgm:cxn modelId="{E335A1A4-4AE1-45DD-89A7-512C42F00469}" type="presParOf" srcId="{DABD8B5B-3B64-4CC3-BDDA-A415052864C9}" destId="{13EE7D15-5826-42A8-9C55-40E89217526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FA5849-A67E-47AE-B69B-2995FDA0C314}" type="doc">
      <dgm:prSet loTypeId="urn:microsoft.com/office/officeart/2005/8/layout/vList4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628B6E-12A2-4A78-9FAE-C52A38D3680A}">
      <dgm:prSet phldrT="[Texto]" custT="1"/>
      <dgm:spPr/>
      <dgm:t>
        <a:bodyPr/>
        <a:lstStyle/>
        <a:p>
          <a:r>
            <a: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Should / Shouldn’t</a:t>
          </a:r>
        </a:p>
      </dgm:t>
    </dgm:pt>
    <dgm:pt modelId="{0E48FF4B-5DA0-4173-935E-A9597FD49D9D}" type="parTrans" cxnId="{7C502826-6E2B-4DA3-8046-C47ECA486DE8}">
      <dgm:prSet/>
      <dgm:spPr/>
      <dgm:t>
        <a:bodyPr/>
        <a:lstStyle/>
        <a:p>
          <a:endParaRPr lang="en-US"/>
        </a:p>
      </dgm:t>
    </dgm:pt>
    <dgm:pt modelId="{55F85734-9CC3-4519-9627-5610285BBB84}" type="sibTrans" cxnId="{7C502826-6E2B-4DA3-8046-C47ECA486DE8}">
      <dgm:prSet/>
      <dgm:spPr/>
      <dgm:t>
        <a:bodyPr/>
        <a:lstStyle/>
        <a:p>
          <a:endParaRPr lang="en-US"/>
        </a:p>
      </dgm:t>
    </dgm:pt>
    <dgm:pt modelId="{FDEF5D3C-C547-463B-AF0A-71C6E3AA9BBC}">
      <dgm:prSet phldrT="[Texto]" custT="1"/>
      <dgm:spPr/>
      <dgm:t>
        <a:bodyPr/>
        <a:lstStyle/>
        <a:p>
          <a:r>
            <a:rPr lang="en-US" sz="2000" dirty="0"/>
            <a:t>In affirmative, we use to indicate something that is a good idea.</a:t>
          </a:r>
        </a:p>
      </dgm:t>
    </dgm:pt>
    <dgm:pt modelId="{17E438B3-B8DD-426B-939D-7FE1021BF21C}" type="parTrans" cxnId="{FBCFC889-69D9-4E39-8B3F-6CE3C7F45076}">
      <dgm:prSet/>
      <dgm:spPr/>
      <dgm:t>
        <a:bodyPr/>
        <a:lstStyle/>
        <a:p>
          <a:endParaRPr lang="en-US"/>
        </a:p>
      </dgm:t>
    </dgm:pt>
    <dgm:pt modelId="{01C7828D-EA0C-4185-A8BD-1918D879DD1C}" type="sibTrans" cxnId="{FBCFC889-69D9-4E39-8B3F-6CE3C7F45076}">
      <dgm:prSet/>
      <dgm:spPr/>
      <dgm:t>
        <a:bodyPr/>
        <a:lstStyle/>
        <a:p>
          <a:endParaRPr lang="en-US"/>
        </a:p>
      </dgm:t>
    </dgm:pt>
    <dgm:pt modelId="{84AD487D-D58C-4CDE-B409-2384747B511B}">
      <dgm:prSet phldrT="[Texto]" custT="1"/>
      <dgm:spPr/>
      <dgm:t>
        <a:bodyPr/>
        <a:lstStyle/>
        <a:p>
          <a:r>
            <a: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Could (Only affirmative and questions)</a:t>
          </a:r>
        </a:p>
      </dgm:t>
    </dgm:pt>
    <dgm:pt modelId="{07AE3C8C-A127-4E9C-8094-AEBD3CA5ED63}" type="parTrans" cxnId="{93510AE7-7A62-48CA-BE57-C5F5A4C1B44E}">
      <dgm:prSet/>
      <dgm:spPr/>
      <dgm:t>
        <a:bodyPr/>
        <a:lstStyle/>
        <a:p>
          <a:endParaRPr lang="en-US"/>
        </a:p>
      </dgm:t>
    </dgm:pt>
    <dgm:pt modelId="{C067A52E-33CC-43DE-82F8-29FC4F56D5BC}" type="sibTrans" cxnId="{93510AE7-7A62-48CA-BE57-C5F5A4C1B44E}">
      <dgm:prSet/>
      <dgm:spPr/>
      <dgm:t>
        <a:bodyPr/>
        <a:lstStyle/>
        <a:p>
          <a:endParaRPr lang="en-US"/>
        </a:p>
      </dgm:t>
    </dgm:pt>
    <dgm:pt modelId="{C36F9C7A-A5FA-47AA-836B-D1085BA3E637}">
      <dgm:prSet phldrT="[Texto]" custT="1"/>
      <dgm:spPr/>
      <dgm:t>
        <a:bodyPr/>
        <a:lstStyle/>
        <a:p>
          <a:r>
            <a:rPr lang="en-US" sz="2000" dirty="0"/>
            <a:t>We use it to indicate possibilities.</a:t>
          </a:r>
          <a:endParaRPr lang="en-US" sz="2800" dirty="0"/>
        </a:p>
      </dgm:t>
    </dgm:pt>
    <dgm:pt modelId="{0EE9023E-1F5A-43E4-8324-C57F553F8D96}" type="parTrans" cxnId="{A12B1368-3AC8-45D2-BF00-3BD67338A95C}">
      <dgm:prSet/>
      <dgm:spPr/>
      <dgm:t>
        <a:bodyPr/>
        <a:lstStyle/>
        <a:p>
          <a:endParaRPr lang="en-US"/>
        </a:p>
      </dgm:t>
    </dgm:pt>
    <dgm:pt modelId="{E419B666-B727-4E3A-8F2A-BF109F98428D}" type="sibTrans" cxnId="{A12B1368-3AC8-45D2-BF00-3BD67338A95C}">
      <dgm:prSet/>
      <dgm:spPr/>
      <dgm:t>
        <a:bodyPr/>
        <a:lstStyle/>
        <a:p>
          <a:endParaRPr lang="en-US"/>
        </a:p>
      </dgm:t>
    </dgm:pt>
    <dgm:pt modelId="{AA683379-7270-484A-9AD6-583B6C895E47}">
      <dgm:prSet phldrT="[Texto]" custT="1"/>
      <dgm:spPr/>
      <dgm:t>
        <a:bodyPr/>
        <a:lstStyle/>
        <a:p>
          <a:r>
            <a:rPr lang="en-US" sz="2000" dirty="0"/>
            <a:t>In negative, we indicate something is not a good idea.</a:t>
          </a:r>
        </a:p>
      </dgm:t>
    </dgm:pt>
    <dgm:pt modelId="{3D16A345-1269-409E-8F49-FFE2C36AE5C6}" type="parTrans" cxnId="{C9CDB467-CBB5-412D-9408-009084894677}">
      <dgm:prSet/>
      <dgm:spPr/>
      <dgm:t>
        <a:bodyPr/>
        <a:lstStyle/>
        <a:p>
          <a:endParaRPr lang="en-US"/>
        </a:p>
      </dgm:t>
    </dgm:pt>
    <dgm:pt modelId="{5429B190-9FE2-4D21-B8B9-AE351B81FB9E}" type="sibTrans" cxnId="{C9CDB467-CBB5-412D-9408-009084894677}">
      <dgm:prSet/>
      <dgm:spPr/>
      <dgm:t>
        <a:bodyPr/>
        <a:lstStyle/>
        <a:p>
          <a:endParaRPr lang="en-US"/>
        </a:p>
      </dgm:t>
    </dgm:pt>
    <dgm:pt modelId="{0E63134D-0F65-4E74-9EFA-4D52F18489E3}">
      <dgm:prSet phldrT="[Texto]" custT="1"/>
      <dgm:spPr/>
      <dgm:t>
        <a:bodyPr/>
        <a:lstStyle/>
        <a:p>
          <a:endParaRPr lang="en-US" sz="2800" dirty="0"/>
        </a:p>
      </dgm:t>
    </dgm:pt>
    <dgm:pt modelId="{DA75BA43-74F1-4CBE-8740-2E30CCEC582A}" type="parTrans" cxnId="{2217E81D-41A6-4DF7-A143-6637035D002B}">
      <dgm:prSet/>
      <dgm:spPr/>
      <dgm:t>
        <a:bodyPr/>
        <a:lstStyle/>
        <a:p>
          <a:endParaRPr lang="en-US"/>
        </a:p>
      </dgm:t>
    </dgm:pt>
    <dgm:pt modelId="{AAC6C7D4-D0DC-4AF4-86BE-043DC53E4193}" type="sibTrans" cxnId="{2217E81D-41A6-4DF7-A143-6637035D002B}">
      <dgm:prSet/>
      <dgm:spPr/>
      <dgm:t>
        <a:bodyPr/>
        <a:lstStyle/>
        <a:p>
          <a:endParaRPr lang="en-US"/>
        </a:p>
      </dgm:t>
    </dgm:pt>
    <dgm:pt modelId="{9E157D05-0D83-4D2A-B2F6-6C108EF4ECB4}" type="pres">
      <dgm:prSet presAssocID="{F7FA5849-A67E-47AE-B69B-2995FDA0C314}" presName="linear" presStyleCnt="0">
        <dgm:presLayoutVars>
          <dgm:dir/>
          <dgm:resizeHandles val="exact"/>
        </dgm:presLayoutVars>
      </dgm:prSet>
      <dgm:spPr/>
    </dgm:pt>
    <dgm:pt modelId="{314CB830-4EC7-4A18-A162-11B846756A26}" type="pres">
      <dgm:prSet presAssocID="{21628B6E-12A2-4A78-9FAE-C52A38D3680A}" presName="comp" presStyleCnt="0"/>
      <dgm:spPr/>
    </dgm:pt>
    <dgm:pt modelId="{4AEC93CC-794E-4E6E-864E-FBC5892BBEAF}" type="pres">
      <dgm:prSet presAssocID="{21628B6E-12A2-4A78-9FAE-C52A38D3680A}" presName="box" presStyleLbl="node1" presStyleIdx="0" presStyleCnt="2"/>
      <dgm:spPr/>
    </dgm:pt>
    <dgm:pt modelId="{5038DAAD-AA12-4432-AC4E-A1F23A4E887A}" type="pres">
      <dgm:prSet presAssocID="{21628B6E-12A2-4A78-9FAE-C52A38D3680A}" presName="img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1000" r="-1000"/>
          </a:stretch>
        </a:blipFill>
      </dgm:spPr>
    </dgm:pt>
    <dgm:pt modelId="{1EB4E00B-FADE-431F-B133-6B7C31E0EB81}" type="pres">
      <dgm:prSet presAssocID="{21628B6E-12A2-4A78-9FAE-C52A38D3680A}" presName="text" presStyleLbl="node1" presStyleIdx="0" presStyleCnt="2">
        <dgm:presLayoutVars>
          <dgm:bulletEnabled val="1"/>
        </dgm:presLayoutVars>
      </dgm:prSet>
      <dgm:spPr/>
    </dgm:pt>
    <dgm:pt modelId="{568EBD68-F5AE-4187-A7D7-0EC7593C1F69}" type="pres">
      <dgm:prSet presAssocID="{55F85734-9CC3-4519-9627-5610285BBB84}" presName="spacer" presStyleCnt="0"/>
      <dgm:spPr/>
    </dgm:pt>
    <dgm:pt modelId="{AA2BAACF-1A70-4BFA-91FE-3FA1CB17F3D1}" type="pres">
      <dgm:prSet presAssocID="{84AD487D-D58C-4CDE-B409-2384747B511B}" presName="comp" presStyleCnt="0"/>
      <dgm:spPr/>
    </dgm:pt>
    <dgm:pt modelId="{5E18D9D6-2658-40B2-B115-3FDFEE277C9E}" type="pres">
      <dgm:prSet presAssocID="{84AD487D-D58C-4CDE-B409-2384747B511B}" presName="box" presStyleLbl="node1" presStyleIdx="1" presStyleCnt="2"/>
      <dgm:spPr/>
    </dgm:pt>
    <dgm:pt modelId="{55B71362-B593-4492-A998-BB0899B56F85}" type="pres">
      <dgm:prSet presAssocID="{84AD487D-D58C-4CDE-B409-2384747B511B}" presName="img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l="-13000" r="-13000"/>
          </a:stretch>
        </a:blipFill>
      </dgm:spPr>
    </dgm:pt>
    <dgm:pt modelId="{97333B95-0676-47F6-9F86-E4145D137811}" type="pres">
      <dgm:prSet presAssocID="{84AD487D-D58C-4CDE-B409-2384747B511B}" presName="text" presStyleLbl="node1" presStyleIdx="1" presStyleCnt="2">
        <dgm:presLayoutVars>
          <dgm:bulletEnabled val="1"/>
        </dgm:presLayoutVars>
      </dgm:prSet>
      <dgm:spPr/>
    </dgm:pt>
  </dgm:ptLst>
  <dgm:cxnLst>
    <dgm:cxn modelId="{C532C700-6C15-4BF1-BAE2-4CFE6CC1EC35}" type="presOf" srcId="{84AD487D-D58C-4CDE-B409-2384747B511B}" destId="{5E18D9D6-2658-40B2-B115-3FDFEE277C9E}" srcOrd="0" destOrd="0" presId="urn:microsoft.com/office/officeart/2005/8/layout/vList4"/>
    <dgm:cxn modelId="{608F2614-4105-4B35-A022-EBD5DCA2EF50}" type="presOf" srcId="{C36F9C7A-A5FA-47AA-836B-D1085BA3E637}" destId="{97333B95-0676-47F6-9F86-E4145D137811}" srcOrd="1" destOrd="2" presId="urn:microsoft.com/office/officeart/2005/8/layout/vList4"/>
    <dgm:cxn modelId="{2217E81D-41A6-4DF7-A143-6637035D002B}" srcId="{84AD487D-D58C-4CDE-B409-2384747B511B}" destId="{0E63134D-0F65-4E74-9EFA-4D52F18489E3}" srcOrd="0" destOrd="0" parTransId="{DA75BA43-74F1-4CBE-8740-2E30CCEC582A}" sibTransId="{AAC6C7D4-D0DC-4AF4-86BE-043DC53E4193}"/>
    <dgm:cxn modelId="{7C502826-6E2B-4DA3-8046-C47ECA486DE8}" srcId="{F7FA5849-A67E-47AE-B69B-2995FDA0C314}" destId="{21628B6E-12A2-4A78-9FAE-C52A38D3680A}" srcOrd="0" destOrd="0" parTransId="{0E48FF4B-5DA0-4173-935E-A9597FD49D9D}" sibTransId="{55F85734-9CC3-4519-9627-5610285BBB84}"/>
    <dgm:cxn modelId="{0AF40F2C-CF13-46AE-8071-F1F7AF7FD8FF}" type="presOf" srcId="{0E63134D-0F65-4E74-9EFA-4D52F18489E3}" destId="{97333B95-0676-47F6-9F86-E4145D137811}" srcOrd="1" destOrd="1" presId="urn:microsoft.com/office/officeart/2005/8/layout/vList4"/>
    <dgm:cxn modelId="{6FFE3B3E-D6D9-433C-BA29-D69E71A1392E}" type="presOf" srcId="{84AD487D-D58C-4CDE-B409-2384747B511B}" destId="{97333B95-0676-47F6-9F86-E4145D137811}" srcOrd="1" destOrd="0" presId="urn:microsoft.com/office/officeart/2005/8/layout/vList4"/>
    <dgm:cxn modelId="{3BBAB13F-62B5-4D64-AC52-ED48B73E6D72}" type="presOf" srcId="{C36F9C7A-A5FA-47AA-836B-D1085BA3E637}" destId="{5E18D9D6-2658-40B2-B115-3FDFEE277C9E}" srcOrd="0" destOrd="2" presId="urn:microsoft.com/office/officeart/2005/8/layout/vList4"/>
    <dgm:cxn modelId="{DEC88063-83B5-4F19-9AB6-6BC9ED82D40E}" type="presOf" srcId="{FDEF5D3C-C547-463B-AF0A-71C6E3AA9BBC}" destId="{1EB4E00B-FADE-431F-B133-6B7C31E0EB81}" srcOrd="1" destOrd="1" presId="urn:microsoft.com/office/officeart/2005/8/layout/vList4"/>
    <dgm:cxn modelId="{CB591E47-ADC9-4D36-A75E-248DCB51594C}" type="presOf" srcId="{AA683379-7270-484A-9AD6-583B6C895E47}" destId="{1EB4E00B-FADE-431F-B133-6B7C31E0EB81}" srcOrd="1" destOrd="2" presId="urn:microsoft.com/office/officeart/2005/8/layout/vList4"/>
    <dgm:cxn modelId="{C9CDB467-CBB5-412D-9408-009084894677}" srcId="{21628B6E-12A2-4A78-9FAE-C52A38D3680A}" destId="{AA683379-7270-484A-9AD6-583B6C895E47}" srcOrd="1" destOrd="0" parTransId="{3D16A345-1269-409E-8F49-FFE2C36AE5C6}" sibTransId="{5429B190-9FE2-4D21-B8B9-AE351B81FB9E}"/>
    <dgm:cxn modelId="{A12B1368-3AC8-45D2-BF00-3BD67338A95C}" srcId="{84AD487D-D58C-4CDE-B409-2384747B511B}" destId="{C36F9C7A-A5FA-47AA-836B-D1085BA3E637}" srcOrd="1" destOrd="0" parTransId="{0EE9023E-1F5A-43E4-8324-C57F553F8D96}" sibTransId="{E419B666-B727-4E3A-8F2A-BF109F98428D}"/>
    <dgm:cxn modelId="{21BC0D6E-3FCF-43D1-88CA-229930EC750B}" type="presOf" srcId="{0E63134D-0F65-4E74-9EFA-4D52F18489E3}" destId="{5E18D9D6-2658-40B2-B115-3FDFEE277C9E}" srcOrd="0" destOrd="1" presId="urn:microsoft.com/office/officeart/2005/8/layout/vList4"/>
    <dgm:cxn modelId="{1CC47852-0817-49C9-A862-D81FC9A61502}" type="presOf" srcId="{AA683379-7270-484A-9AD6-583B6C895E47}" destId="{4AEC93CC-794E-4E6E-864E-FBC5892BBEAF}" srcOrd="0" destOrd="2" presId="urn:microsoft.com/office/officeart/2005/8/layout/vList4"/>
    <dgm:cxn modelId="{FBCFC889-69D9-4E39-8B3F-6CE3C7F45076}" srcId="{21628B6E-12A2-4A78-9FAE-C52A38D3680A}" destId="{FDEF5D3C-C547-463B-AF0A-71C6E3AA9BBC}" srcOrd="0" destOrd="0" parTransId="{17E438B3-B8DD-426B-939D-7FE1021BF21C}" sibTransId="{01C7828D-EA0C-4185-A8BD-1918D879DD1C}"/>
    <dgm:cxn modelId="{35D6EC9C-F574-499D-9199-DE28301477DB}" type="presOf" srcId="{21628B6E-12A2-4A78-9FAE-C52A38D3680A}" destId="{1EB4E00B-FADE-431F-B133-6B7C31E0EB81}" srcOrd="1" destOrd="0" presId="urn:microsoft.com/office/officeart/2005/8/layout/vList4"/>
    <dgm:cxn modelId="{A1B476B6-2884-4E82-A17D-4414D893BE54}" type="presOf" srcId="{F7FA5849-A67E-47AE-B69B-2995FDA0C314}" destId="{9E157D05-0D83-4D2A-B2F6-6C108EF4ECB4}" srcOrd="0" destOrd="0" presId="urn:microsoft.com/office/officeart/2005/8/layout/vList4"/>
    <dgm:cxn modelId="{9399D9B8-1A99-411F-8FE5-466E51FB6F45}" type="presOf" srcId="{FDEF5D3C-C547-463B-AF0A-71C6E3AA9BBC}" destId="{4AEC93CC-794E-4E6E-864E-FBC5892BBEAF}" srcOrd="0" destOrd="1" presId="urn:microsoft.com/office/officeart/2005/8/layout/vList4"/>
    <dgm:cxn modelId="{93510AE7-7A62-48CA-BE57-C5F5A4C1B44E}" srcId="{F7FA5849-A67E-47AE-B69B-2995FDA0C314}" destId="{84AD487D-D58C-4CDE-B409-2384747B511B}" srcOrd="1" destOrd="0" parTransId="{07AE3C8C-A127-4E9C-8094-AEBD3CA5ED63}" sibTransId="{C067A52E-33CC-43DE-82F8-29FC4F56D5BC}"/>
    <dgm:cxn modelId="{CF20ABF1-D760-4CA4-A310-19BAFD44408D}" type="presOf" srcId="{21628B6E-12A2-4A78-9FAE-C52A38D3680A}" destId="{4AEC93CC-794E-4E6E-864E-FBC5892BBEAF}" srcOrd="0" destOrd="0" presId="urn:microsoft.com/office/officeart/2005/8/layout/vList4"/>
    <dgm:cxn modelId="{51CE8FF5-A08E-4F75-B462-D1DF198E63AA}" type="presParOf" srcId="{9E157D05-0D83-4D2A-B2F6-6C108EF4ECB4}" destId="{314CB830-4EC7-4A18-A162-11B846756A26}" srcOrd="0" destOrd="0" presId="urn:microsoft.com/office/officeart/2005/8/layout/vList4"/>
    <dgm:cxn modelId="{E437481B-6846-4672-B9A7-2CD9A1F551BC}" type="presParOf" srcId="{314CB830-4EC7-4A18-A162-11B846756A26}" destId="{4AEC93CC-794E-4E6E-864E-FBC5892BBEAF}" srcOrd="0" destOrd="0" presId="urn:microsoft.com/office/officeart/2005/8/layout/vList4"/>
    <dgm:cxn modelId="{5B44DF07-841D-4F79-BE1C-8CFDC4907194}" type="presParOf" srcId="{314CB830-4EC7-4A18-A162-11B846756A26}" destId="{5038DAAD-AA12-4432-AC4E-A1F23A4E887A}" srcOrd="1" destOrd="0" presId="urn:microsoft.com/office/officeart/2005/8/layout/vList4"/>
    <dgm:cxn modelId="{3E988B25-7AAD-47BE-8FBB-4FBC87BE8E55}" type="presParOf" srcId="{314CB830-4EC7-4A18-A162-11B846756A26}" destId="{1EB4E00B-FADE-431F-B133-6B7C31E0EB81}" srcOrd="2" destOrd="0" presId="urn:microsoft.com/office/officeart/2005/8/layout/vList4"/>
    <dgm:cxn modelId="{E8753A8B-9A02-4174-A700-5EB940976399}" type="presParOf" srcId="{9E157D05-0D83-4D2A-B2F6-6C108EF4ECB4}" destId="{568EBD68-F5AE-4187-A7D7-0EC7593C1F69}" srcOrd="1" destOrd="0" presId="urn:microsoft.com/office/officeart/2005/8/layout/vList4"/>
    <dgm:cxn modelId="{448DA9DA-3B67-4F38-94B7-C6EC7A0E9FE5}" type="presParOf" srcId="{9E157D05-0D83-4D2A-B2F6-6C108EF4ECB4}" destId="{AA2BAACF-1A70-4BFA-91FE-3FA1CB17F3D1}" srcOrd="2" destOrd="0" presId="urn:microsoft.com/office/officeart/2005/8/layout/vList4"/>
    <dgm:cxn modelId="{10C327BA-2E58-4924-93CD-0538B854D87A}" type="presParOf" srcId="{AA2BAACF-1A70-4BFA-91FE-3FA1CB17F3D1}" destId="{5E18D9D6-2658-40B2-B115-3FDFEE277C9E}" srcOrd="0" destOrd="0" presId="urn:microsoft.com/office/officeart/2005/8/layout/vList4"/>
    <dgm:cxn modelId="{CCE44CFF-885E-4076-AC08-7C4F0008FFF7}" type="presParOf" srcId="{AA2BAACF-1A70-4BFA-91FE-3FA1CB17F3D1}" destId="{55B71362-B593-4492-A998-BB0899B56F85}" srcOrd="1" destOrd="0" presId="urn:microsoft.com/office/officeart/2005/8/layout/vList4"/>
    <dgm:cxn modelId="{24A293C9-7A2B-4664-89BE-A5ED75EB5C4E}" type="presParOf" srcId="{AA2BAACF-1A70-4BFA-91FE-3FA1CB17F3D1}" destId="{97333B95-0676-47F6-9F86-E4145D137811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FA5849-A67E-47AE-B69B-2995FDA0C314}" type="doc">
      <dgm:prSet loTypeId="urn:microsoft.com/office/officeart/2005/8/layout/vList4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02B0AB-8918-4876-B3E1-5A51ACA3AFCA}">
      <dgm:prSet phldrT="[Texto]" custT="1"/>
      <dgm:spPr/>
      <dgm:t>
        <a:bodyPr/>
        <a:lstStyle/>
        <a:p>
          <a:r>
            <a:rPr lang="en-US" sz="2800" dirty="0"/>
            <a:t>Would</a:t>
          </a:r>
        </a:p>
      </dgm:t>
    </dgm:pt>
    <dgm:pt modelId="{174D2D16-10F8-4484-970F-B3322D4CC849}" type="parTrans" cxnId="{C3376465-29D7-4F77-A6D3-A395CB6507F7}">
      <dgm:prSet/>
      <dgm:spPr/>
      <dgm:t>
        <a:bodyPr/>
        <a:lstStyle/>
        <a:p>
          <a:endParaRPr lang="en-US"/>
        </a:p>
      </dgm:t>
    </dgm:pt>
    <dgm:pt modelId="{9589758E-5316-4FCC-8934-18DBAAA483A9}" type="sibTrans" cxnId="{C3376465-29D7-4F77-A6D3-A395CB6507F7}">
      <dgm:prSet/>
      <dgm:spPr/>
      <dgm:t>
        <a:bodyPr/>
        <a:lstStyle/>
        <a:p>
          <a:endParaRPr lang="en-US"/>
        </a:p>
      </dgm:t>
    </dgm:pt>
    <dgm:pt modelId="{E2B9DD9C-3C58-4EA3-A1E5-110B74C7909E}">
      <dgm:prSet phldrT="[Texto]" custT="1"/>
      <dgm:spPr/>
      <dgm:t>
        <a:bodyPr/>
        <a:lstStyle/>
        <a:p>
          <a:r>
            <a:rPr lang="en-US" sz="2000" dirty="0"/>
            <a:t>We use would directly to give an advice.</a:t>
          </a:r>
        </a:p>
      </dgm:t>
    </dgm:pt>
    <dgm:pt modelId="{1861BC4A-262C-4DF1-AED6-E1A6BFE5B590}" type="parTrans" cxnId="{C9F118A0-B3C6-46BC-95B3-222C8C033224}">
      <dgm:prSet/>
      <dgm:spPr/>
      <dgm:t>
        <a:bodyPr/>
        <a:lstStyle/>
        <a:p>
          <a:endParaRPr lang="en-US"/>
        </a:p>
      </dgm:t>
    </dgm:pt>
    <dgm:pt modelId="{D2DBFEDF-8226-47BD-9BCD-1307051B75CD}" type="sibTrans" cxnId="{C9F118A0-B3C6-46BC-95B3-222C8C033224}">
      <dgm:prSet/>
      <dgm:spPr/>
      <dgm:t>
        <a:bodyPr/>
        <a:lstStyle/>
        <a:p>
          <a:endParaRPr lang="en-US"/>
        </a:p>
      </dgm:t>
    </dgm:pt>
    <dgm:pt modelId="{6680521E-5DF5-43BE-BD43-C1727BB1087C}">
      <dgm:prSet phldrT="[Texto]" custT="1"/>
      <dgm:spPr/>
      <dgm:t>
        <a:bodyPr/>
        <a:lstStyle/>
        <a:p>
          <a:endParaRPr lang="en-US" sz="2000" dirty="0"/>
        </a:p>
      </dgm:t>
    </dgm:pt>
    <dgm:pt modelId="{A61C89D4-7EB4-4C56-8DC1-F0D9AA2D56E6}" type="parTrans" cxnId="{BFFFFEA9-4D3A-4C73-A040-5C553EDA5005}">
      <dgm:prSet/>
      <dgm:spPr/>
      <dgm:t>
        <a:bodyPr/>
        <a:lstStyle/>
        <a:p>
          <a:endParaRPr lang="en-US"/>
        </a:p>
      </dgm:t>
    </dgm:pt>
    <dgm:pt modelId="{78EA2CE3-239C-484B-A14C-148D6DFC78E9}" type="sibTrans" cxnId="{BFFFFEA9-4D3A-4C73-A040-5C553EDA5005}">
      <dgm:prSet/>
      <dgm:spPr/>
      <dgm:t>
        <a:bodyPr/>
        <a:lstStyle/>
        <a:p>
          <a:endParaRPr lang="en-US"/>
        </a:p>
      </dgm:t>
    </dgm:pt>
    <dgm:pt modelId="{9E157D05-0D83-4D2A-B2F6-6C108EF4ECB4}" type="pres">
      <dgm:prSet presAssocID="{F7FA5849-A67E-47AE-B69B-2995FDA0C314}" presName="linear" presStyleCnt="0">
        <dgm:presLayoutVars>
          <dgm:dir/>
          <dgm:resizeHandles val="exact"/>
        </dgm:presLayoutVars>
      </dgm:prSet>
      <dgm:spPr/>
    </dgm:pt>
    <dgm:pt modelId="{F726AEAF-14E7-4132-97B3-8ECC57E54C9B}" type="pres">
      <dgm:prSet presAssocID="{C502B0AB-8918-4876-B3E1-5A51ACA3AFCA}" presName="comp" presStyleCnt="0"/>
      <dgm:spPr/>
    </dgm:pt>
    <dgm:pt modelId="{2B89DA4E-9299-4766-B045-AACC415666EC}" type="pres">
      <dgm:prSet presAssocID="{C502B0AB-8918-4876-B3E1-5A51ACA3AFCA}" presName="box" presStyleLbl="node1" presStyleIdx="0" presStyleCnt="1"/>
      <dgm:spPr/>
    </dgm:pt>
    <dgm:pt modelId="{9CAC896F-4931-4B35-9A12-034464664440}" type="pres">
      <dgm:prSet presAssocID="{C502B0AB-8918-4876-B3E1-5A51ACA3AFCA}" presName="img" presStyleLbl="fgImgPlace1" presStyleIdx="0" presStyleCnt="1" custScaleY="84367"/>
      <dgm:spPr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</dgm:spPr>
    </dgm:pt>
    <dgm:pt modelId="{90800650-AB4E-40CF-82AB-5483F50D27D1}" type="pres">
      <dgm:prSet presAssocID="{C502B0AB-8918-4876-B3E1-5A51ACA3AFCA}" presName="text" presStyleLbl="node1" presStyleIdx="0" presStyleCnt="1">
        <dgm:presLayoutVars>
          <dgm:bulletEnabled val="1"/>
        </dgm:presLayoutVars>
      </dgm:prSet>
      <dgm:spPr/>
    </dgm:pt>
  </dgm:ptLst>
  <dgm:cxnLst>
    <dgm:cxn modelId="{0D995400-1689-43E2-80CD-021C205CF303}" type="presOf" srcId="{E2B9DD9C-3C58-4EA3-A1E5-110B74C7909E}" destId="{2B89DA4E-9299-4766-B045-AACC415666EC}" srcOrd="0" destOrd="2" presId="urn:microsoft.com/office/officeart/2005/8/layout/vList4"/>
    <dgm:cxn modelId="{DB61BD17-9F09-4C25-B164-F9D80E3295B5}" type="presOf" srcId="{C502B0AB-8918-4876-B3E1-5A51ACA3AFCA}" destId="{90800650-AB4E-40CF-82AB-5483F50D27D1}" srcOrd="1" destOrd="0" presId="urn:microsoft.com/office/officeart/2005/8/layout/vList4"/>
    <dgm:cxn modelId="{C3376465-29D7-4F77-A6D3-A395CB6507F7}" srcId="{F7FA5849-A67E-47AE-B69B-2995FDA0C314}" destId="{C502B0AB-8918-4876-B3E1-5A51ACA3AFCA}" srcOrd="0" destOrd="0" parTransId="{174D2D16-10F8-4484-970F-B3322D4CC849}" sibTransId="{9589758E-5316-4FCC-8934-18DBAAA483A9}"/>
    <dgm:cxn modelId="{C8C7F152-6705-4CBA-A80F-2E67206DE231}" type="presOf" srcId="{C502B0AB-8918-4876-B3E1-5A51ACA3AFCA}" destId="{2B89DA4E-9299-4766-B045-AACC415666EC}" srcOrd="0" destOrd="0" presId="urn:microsoft.com/office/officeart/2005/8/layout/vList4"/>
    <dgm:cxn modelId="{4D0A8B96-F937-49D8-8307-6CD4BF8A7A5D}" type="presOf" srcId="{6680521E-5DF5-43BE-BD43-C1727BB1087C}" destId="{2B89DA4E-9299-4766-B045-AACC415666EC}" srcOrd="0" destOrd="1" presId="urn:microsoft.com/office/officeart/2005/8/layout/vList4"/>
    <dgm:cxn modelId="{242E7B9A-EDC7-49BD-91DC-B13D44A92C20}" type="presOf" srcId="{E2B9DD9C-3C58-4EA3-A1E5-110B74C7909E}" destId="{90800650-AB4E-40CF-82AB-5483F50D27D1}" srcOrd="1" destOrd="2" presId="urn:microsoft.com/office/officeart/2005/8/layout/vList4"/>
    <dgm:cxn modelId="{C9F118A0-B3C6-46BC-95B3-222C8C033224}" srcId="{C502B0AB-8918-4876-B3E1-5A51ACA3AFCA}" destId="{E2B9DD9C-3C58-4EA3-A1E5-110B74C7909E}" srcOrd="1" destOrd="0" parTransId="{1861BC4A-262C-4DF1-AED6-E1A6BFE5B590}" sibTransId="{D2DBFEDF-8226-47BD-9BCD-1307051B75CD}"/>
    <dgm:cxn modelId="{BFFFFEA9-4D3A-4C73-A040-5C553EDA5005}" srcId="{C502B0AB-8918-4876-B3E1-5A51ACA3AFCA}" destId="{6680521E-5DF5-43BE-BD43-C1727BB1087C}" srcOrd="0" destOrd="0" parTransId="{A61C89D4-7EB4-4C56-8DC1-F0D9AA2D56E6}" sibTransId="{78EA2CE3-239C-484B-A14C-148D6DFC78E9}"/>
    <dgm:cxn modelId="{A1B476B6-2884-4E82-A17D-4414D893BE54}" type="presOf" srcId="{F7FA5849-A67E-47AE-B69B-2995FDA0C314}" destId="{9E157D05-0D83-4D2A-B2F6-6C108EF4ECB4}" srcOrd="0" destOrd="0" presId="urn:microsoft.com/office/officeart/2005/8/layout/vList4"/>
    <dgm:cxn modelId="{937630F2-A8C4-4D61-B1F7-D70A9319446A}" type="presOf" srcId="{6680521E-5DF5-43BE-BD43-C1727BB1087C}" destId="{90800650-AB4E-40CF-82AB-5483F50D27D1}" srcOrd="1" destOrd="1" presId="urn:microsoft.com/office/officeart/2005/8/layout/vList4"/>
    <dgm:cxn modelId="{9117DBD0-8E3B-4BAF-9A23-37FF83E10E45}" type="presParOf" srcId="{9E157D05-0D83-4D2A-B2F6-6C108EF4ECB4}" destId="{F726AEAF-14E7-4132-97B3-8ECC57E54C9B}" srcOrd="0" destOrd="0" presId="urn:microsoft.com/office/officeart/2005/8/layout/vList4"/>
    <dgm:cxn modelId="{6404BB3E-1328-4C7B-984C-FE054EA5BD90}" type="presParOf" srcId="{F726AEAF-14E7-4132-97B3-8ECC57E54C9B}" destId="{2B89DA4E-9299-4766-B045-AACC415666EC}" srcOrd="0" destOrd="0" presId="urn:microsoft.com/office/officeart/2005/8/layout/vList4"/>
    <dgm:cxn modelId="{47521493-9D49-4F2C-92FD-16E1236CA21D}" type="presParOf" srcId="{F726AEAF-14E7-4132-97B3-8ECC57E54C9B}" destId="{9CAC896F-4931-4B35-9A12-034464664440}" srcOrd="1" destOrd="0" presId="urn:microsoft.com/office/officeart/2005/8/layout/vList4"/>
    <dgm:cxn modelId="{8A231303-2829-4919-A00A-B30F9E8D275B}" type="presParOf" srcId="{F726AEAF-14E7-4132-97B3-8ECC57E54C9B}" destId="{90800650-AB4E-40CF-82AB-5483F50D27D1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1CD9C-0008-49A1-B7B7-D17735CDFAC3}">
      <dsp:nvSpPr>
        <dsp:cNvPr id="0" name=""/>
        <dsp:cNvSpPr/>
      </dsp:nvSpPr>
      <dsp:spPr>
        <a:xfrm>
          <a:off x="9277" y="0"/>
          <a:ext cx="2772817" cy="6463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Do you study at UNID?</a:t>
          </a:r>
        </a:p>
      </dsp:txBody>
      <dsp:txXfrm>
        <a:off x="28207" y="18930"/>
        <a:ext cx="2734957" cy="608471"/>
      </dsp:txXfrm>
    </dsp:sp>
    <dsp:sp modelId="{8ED779C1-7ED3-48D0-B142-CA1961884075}">
      <dsp:nvSpPr>
        <dsp:cNvPr id="0" name=""/>
        <dsp:cNvSpPr/>
      </dsp:nvSpPr>
      <dsp:spPr>
        <a:xfrm>
          <a:off x="3059376" y="0"/>
          <a:ext cx="587837" cy="6463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059376" y="129266"/>
        <a:ext cx="411486" cy="387799"/>
      </dsp:txXfrm>
    </dsp:sp>
    <dsp:sp modelId="{F8C5F590-F0D1-412F-87F2-FDC58ED27618}">
      <dsp:nvSpPr>
        <dsp:cNvPr id="0" name=""/>
        <dsp:cNvSpPr/>
      </dsp:nvSpPr>
      <dsp:spPr>
        <a:xfrm>
          <a:off x="3891222" y="0"/>
          <a:ext cx="2772817" cy="6463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You study at UNID.</a:t>
          </a:r>
        </a:p>
      </dsp:txBody>
      <dsp:txXfrm>
        <a:off x="3910152" y="18930"/>
        <a:ext cx="2734957" cy="608471"/>
      </dsp:txXfrm>
    </dsp:sp>
    <dsp:sp modelId="{E28936C4-11D1-458C-B177-57E533E41451}">
      <dsp:nvSpPr>
        <dsp:cNvPr id="0" name=""/>
        <dsp:cNvSpPr/>
      </dsp:nvSpPr>
      <dsp:spPr>
        <a:xfrm>
          <a:off x="6941321" y="0"/>
          <a:ext cx="587837" cy="6463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6941321" y="129266"/>
        <a:ext cx="411486" cy="387799"/>
      </dsp:txXfrm>
    </dsp:sp>
    <dsp:sp modelId="{4054DE9F-B011-4A30-9762-3B23B6908D1D}">
      <dsp:nvSpPr>
        <dsp:cNvPr id="0" name=""/>
        <dsp:cNvSpPr/>
      </dsp:nvSpPr>
      <dsp:spPr>
        <a:xfrm>
          <a:off x="7773167" y="0"/>
          <a:ext cx="2772817" cy="6463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Can you tell me </a:t>
          </a:r>
          <a:r>
            <a:rPr lang="en-US" sz="1800" b="1" kern="1200" dirty="0"/>
            <a:t>if</a:t>
          </a:r>
          <a:r>
            <a:rPr lang="en-US" sz="1800" kern="1200" dirty="0"/>
            <a:t> you study at UNID?</a:t>
          </a:r>
        </a:p>
      </dsp:txBody>
      <dsp:txXfrm>
        <a:off x="7792097" y="18930"/>
        <a:ext cx="2734957" cy="6084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27AD9-222F-4901-BE70-0B5932C05CD5}">
      <dsp:nvSpPr>
        <dsp:cNvPr id="0" name=""/>
        <dsp:cNvSpPr/>
      </dsp:nvSpPr>
      <dsp:spPr>
        <a:xfrm>
          <a:off x="9277" y="0"/>
          <a:ext cx="2772818" cy="5749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Where were you born?</a:t>
          </a:r>
        </a:p>
      </dsp:txBody>
      <dsp:txXfrm>
        <a:off x="26115" y="16838"/>
        <a:ext cx="2739142" cy="541224"/>
      </dsp:txXfrm>
    </dsp:sp>
    <dsp:sp modelId="{1CA046B3-05DA-40D6-98A6-EE7F444662BA}">
      <dsp:nvSpPr>
        <dsp:cNvPr id="0" name=""/>
        <dsp:cNvSpPr/>
      </dsp:nvSpPr>
      <dsp:spPr>
        <a:xfrm>
          <a:off x="3059377" y="0"/>
          <a:ext cx="587837" cy="5749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3059377" y="114980"/>
        <a:ext cx="415367" cy="344940"/>
      </dsp:txXfrm>
    </dsp:sp>
    <dsp:sp modelId="{4E41B0B1-1323-4140-B507-22CC99CD2E14}">
      <dsp:nvSpPr>
        <dsp:cNvPr id="0" name=""/>
        <dsp:cNvSpPr/>
      </dsp:nvSpPr>
      <dsp:spPr>
        <a:xfrm>
          <a:off x="3891222" y="0"/>
          <a:ext cx="2772818" cy="5749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Where you were born.</a:t>
          </a:r>
        </a:p>
      </dsp:txBody>
      <dsp:txXfrm>
        <a:off x="3908060" y="16838"/>
        <a:ext cx="2739142" cy="541224"/>
      </dsp:txXfrm>
    </dsp:sp>
    <dsp:sp modelId="{98190CC6-103D-4EC0-B2FC-19C01198CD86}">
      <dsp:nvSpPr>
        <dsp:cNvPr id="0" name=""/>
        <dsp:cNvSpPr/>
      </dsp:nvSpPr>
      <dsp:spPr>
        <a:xfrm>
          <a:off x="6941323" y="0"/>
          <a:ext cx="587837" cy="5749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6941323" y="114980"/>
        <a:ext cx="415367" cy="344940"/>
      </dsp:txXfrm>
    </dsp:sp>
    <dsp:sp modelId="{45C3E3FF-7058-478E-B446-E1F67CA730AE}">
      <dsp:nvSpPr>
        <dsp:cNvPr id="0" name=""/>
        <dsp:cNvSpPr/>
      </dsp:nvSpPr>
      <dsp:spPr>
        <a:xfrm>
          <a:off x="7773168" y="0"/>
          <a:ext cx="2772818" cy="5749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u="sng" kern="1200" dirty="0"/>
            <a:t>Can you tell me </a:t>
          </a:r>
          <a:r>
            <a:rPr lang="en-US" sz="1600" b="1" kern="1200" dirty="0"/>
            <a:t>where</a:t>
          </a:r>
          <a:r>
            <a:rPr lang="en-US" sz="1600" kern="1200" dirty="0"/>
            <a:t> you were born?</a:t>
          </a:r>
        </a:p>
      </dsp:txBody>
      <dsp:txXfrm>
        <a:off x="7790006" y="16838"/>
        <a:ext cx="2739142" cy="5412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F02BB-E939-4E2C-8FE3-9358ED2A4176}">
      <dsp:nvSpPr>
        <dsp:cNvPr id="0" name=""/>
        <dsp:cNvSpPr/>
      </dsp:nvSpPr>
      <dsp:spPr>
        <a:xfrm>
          <a:off x="2763" y="162603"/>
          <a:ext cx="2694192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 / An</a:t>
          </a:r>
        </a:p>
      </dsp:txBody>
      <dsp:txXfrm>
        <a:off x="2763" y="162603"/>
        <a:ext cx="2694192" cy="662400"/>
      </dsp:txXfrm>
    </dsp:sp>
    <dsp:sp modelId="{36307308-5EC0-4436-A218-5A4DC0640EE9}">
      <dsp:nvSpPr>
        <dsp:cNvPr id="0" name=""/>
        <dsp:cNvSpPr/>
      </dsp:nvSpPr>
      <dsp:spPr>
        <a:xfrm>
          <a:off x="2763" y="825003"/>
          <a:ext cx="2694192" cy="31547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Talk about countable </a:t>
          </a:r>
          <a:r>
            <a:rPr lang="en-US" sz="2300" b="1" i="1" kern="1200" dirty="0"/>
            <a:t>singular objects</a:t>
          </a:r>
          <a:r>
            <a:rPr lang="en-US" sz="2300" kern="1200" dirty="0"/>
            <a:t>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Talk about an object the </a:t>
          </a:r>
          <a:r>
            <a:rPr lang="en-US" sz="2300" b="1" i="1" kern="1200" dirty="0"/>
            <a:t>first time </a:t>
          </a:r>
          <a:r>
            <a:rPr lang="en-US" sz="2300" b="0" i="0" kern="1200" dirty="0"/>
            <a:t>(Establish a context)</a:t>
          </a:r>
          <a:r>
            <a:rPr lang="en-US" sz="2300" b="1" i="1" kern="1200" dirty="0"/>
            <a:t>.</a:t>
          </a:r>
        </a:p>
      </dsp:txBody>
      <dsp:txXfrm>
        <a:off x="2763" y="825003"/>
        <a:ext cx="2694192" cy="3154777"/>
      </dsp:txXfrm>
    </dsp:sp>
    <dsp:sp modelId="{843E7456-0A44-4BDD-AC83-6F9543F8BFFD}">
      <dsp:nvSpPr>
        <dsp:cNvPr id="0" name=""/>
        <dsp:cNvSpPr/>
      </dsp:nvSpPr>
      <dsp:spPr>
        <a:xfrm>
          <a:off x="3074142" y="162603"/>
          <a:ext cx="2694192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</a:t>
          </a:r>
        </a:p>
      </dsp:txBody>
      <dsp:txXfrm>
        <a:off x="3074142" y="162603"/>
        <a:ext cx="2694192" cy="662400"/>
      </dsp:txXfrm>
    </dsp:sp>
    <dsp:sp modelId="{982F3B82-2118-47AA-B180-0E3D0E49857E}">
      <dsp:nvSpPr>
        <dsp:cNvPr id="0" name=""/>
        <dsp:cNvSpPr/>
      </dsp:nvSpPr>
      <dsp:spPr>
        <a:xfrm>
          <a:off x="3074142" y="825003"/>
          <a:ext cx="2694192" cy="31547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Talk about </a:t>
          </a:r>
          <a:r>
            <a:rPr lang="en-US" sz="2300" b="1" i="1" kern="1200" dirty="0"/>
            <a:t>something specific</a:t>
          </a:r>
          <a:r>
            <a:rPr lang="en-US" sz="2300" kern="1200" dirty="0"/>
            <a:t>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Talk about </a:t>
          </a:r>
          <a:r>
            <a:rPr lang="en-US" sz="2300" b="1" i="1" kern="1200" dirty="0"/>
            <a:t>unique</a:t>
          </a:r>
          <a:r>
            <a:rPr lang="en-US" sz="2300" kern="1200" dirty="0"/>
            <a:t> things.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Talk about an object mentioned with </a:t>
          </a:r>
          <a:r>
            <a:rPr lang="en-US" sz="2300" b="1" i="1" kern="1200" dirty="0"/>
            <a:t>a /an </a:t>
          </a:r>
          <a:r>
            <a:rPr lang="en-US" sz="2300" kern="1200" dirty="0"/>
            <a:t>before hand.</a:t>
          </a:r>
        </a:p>
      </dsp:txBody>
      <dsp:txXfrm>
        <a:off x="3074142" y="825003"/>
        <a:ext cx="2694192" cy="3154777"/>
      </dsp:txXfrm>
    </dsp:sp>
    <dsp:sp modelId="{8D84F9BD-423C-4EAD-AF1F-6944C519C6F9}">
      <dsp:nvSpPr>
        <dsp:cNvPr id="0" name=""/>
        <dsp:cNvSpPr/>
      </dsp:nvSpPr>
      <dsp:spPr>
        <a:xfrm>
          <a:off x="6145521" y="162603"/>
          <a:ext cx="2694192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 article</a:t>
          </a:r>
        </a:p>
      </dsp:txBody>
      <dsp:txXfrm>
        <a:off x="6145521" y="162603"/>
        <a:ext cx="2694192" cy="662400"/>
      </dsp:txXfrm>
    </dsp:sp>
    <dsp:sp modelId="{13EE7D15-5826-42A8-9C55-40E892175262}">
      <dsp:nvSpPr>
        <dsp:cNvPr id="0" name=""/>
        <dsp:cNvSpPr/>
      </dsp:nvSpPr>
      <dsp:spPr>
        <a:xfrm>
          <a:off x="6145521" y="825003"/>
          <a:ext cx="2694192" cy="31547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Talk about </a:t>
          </a:r>
          <a:r>
            <a:rPr lang="en-US" sz="2300" b="1" i="1" kern="1200" dirty="0"/>
            <a:t>general things</a:t>
          </a:r>
          <a:r>
            <a:rPr lang="en-US" sz="2300" kern="1200" dirty="0"/>
            <a:t>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Talk about </a:t>
          </a:r>
          <a:r>
            <a:rPr lang="en-US" sz="2300" b="1" i="1" kern="1200" dirty="0"/>
            <a:t>proper name</a:t>
          </a:r>
          <a:r>
            <a:rPr lang="en-US" sz="2300" kern="1200" dirty="0"/>
            <a:t>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Plurals</a:t>
          </a:r>
          <a:r>
            <a:rPr lang="en-US" sz="2300" kern="1200" dirty="0"/>
            <a:t>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</dsp:txBody>
      <dsp:txXfrm>
        <a:off x="6145521" y="825003"/>
        <a:ext cx="2694192" cy="31547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C93CC-794E-4E6E-864E-FBC5892BBEAF}">
      <dsp:nvSpPr>
        <dsp:cNvPr id="0" name=""/>
        <dsp:cNvSpPr/>
      </dsp:nvSpPr>
      <dsp:spPr>
        <a:xfrm>
          <a:off x="0" y="0"/>
          <a:ext cx="5945839" cy="18786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Should / Shouldn’t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 affirmative, we use to indicate something that is a good idea.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 negative, we indicate something is not a good idea.</a:t>
          </a:r>
        </a:p>
      </dsp:txBody>
      <dsp:txXfrm>
        <a:off x="1377032" y="0"/>
        <a:ext cx="4568806" cy="1878649"/>
      </dsp:txXfrm>
    </dsp:sp>
    <dsp:sp modelId="{5038DAAD-AA12-4432-AC4E-A1F23A4E887A}">
      <dsp:nvSpPr>
        <dsp:cNvPr id="0" name=""/>
        <dsp:cNvSpPr/>
      </dsp:nvSpPr>
      <dsp:spPr>
        <a:xfrm>
          <a:off x="187864" y="187864"/>
          <a:ext cx="1189167" cy="15029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1000" r="-1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E18D9D6-2658-40B2-B115-3FDFEE277C9E}">
      <dsp:nvSpPr>
        <dsp:cNvPr id="0" name=""/>
        <dsp:cNvSpPr/>
      </dsp:nvSpPr>
      <dsp:spPr>
        <a:xfrm>
          <a:off x="0" y="2066514"/>
          <a:ext cx="5945839" cy="18786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Could (Only affirmative and questions)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We use it to indicate possibilities.</a:t>
          </a:r>
          <a:endParaRPr lang="en-US" sz="2800" kern="1200" dirty="0"/>
        </a:p>
      </dsp:txBody>
      <dsp:txXfrm>
        <a:off x="1377032" y="2066514"/>
        <a:ext cx="4568806" cy="1878649"/>
      </dsp:txXfrm>
    </dsp:sp>
    <dsp:sp modelId="{55B71362-B593-4492-A998-BB0899B56F85}">
      <dsp:nvSpPr>
        <dsp:cNvPr id="0" name=""/>
        <dsp:cNvSpPr/>
      </dsp:nvSpPr>
      <dsp:spPr>
        <a:xfrm>
          <a:off x="187864" y="2254379"/>
          <a:ext cx="1189167" cy="15029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13000" r="-13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9DA4E-9299-4766-B045-AACC415666EC}">
      <dsp:nvSpPr>
        <dsp:cNvPr id="0" name=""/>
        <dsp:cNvSpPr/>
      </dsp:nvSpPr>
      <dsp:spPr>
        <a:xfrm>
          <a:off x="0" y="0"/>
          <a:ext cx="5945839" cy="1754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Would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We use would directly to give an advice.</a:t>
          </a:r>
        </a:p>
      </dsp:txBody>
      <dsp:txXfrm>
        <a:off x="1364600" y="0"/>
        <a:ext cx="4581238" cy="1754325"/>
      </dsp:txXfrm>
    </dsp:sp>
    <dsp:sp modelId="{9CAC896F-4931-4B35-9A12-034464664440}">
      <dsp:nvSpPr>
        <dsp:cNvPr id="0" name=""/>
        <dsp:cNvSpPr/>
      </dsp:nvSpPr>
      <dsp:spPr>
        <a:xfrm>
          <a:off x="175432" y="285133"/>
          <a:ext cx="1189167" cy="118405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3BCF0-E6CF-424D-A2B3-30E1F802F0E4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A2975-7A0C-4DC9-97E4-230D5CBDAE0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4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search?wallpaper=chat&amp;page=2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BA333-5F85-F575-2E7D-E2080848E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4039568"/>
            <a:ext cx="8361229" cy="999101"/>
          </a:xfrm>
        </p:spPr>
        <p:txBody>
          <a:bodyPr/>
          <a:lstStyle/>
          <a:p>
            <a:r>
              <a:rPr lang="en-US" b="1" cap="none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Progressive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1E56C1-1C1B-2134-EF63-AFE77E6EC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3074" y="5038669"/>
            <a:ext cx="1825849" cy="493663"/>
          </a:xfrm>
        </p:spPr>
        <p:txBody>
          <a:bodyPr>
            <a:noAutofit/>
          </a:bodyPr>
          <a:lstStyle/>
          <a:p>
            <a:r>
              <a:rPr lang="en-US" sz="2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Units 1 - 3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548D05-DAE9-907B-BFF3-51F757530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649" y="1571625"/>
            <a:ext cx="4584700" cy="18573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87316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noProof="0" dirty="0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7873FD7-2D39-9E96-1D24-44E277E1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9000"/>
              </a:lnSpc>
            </a:pPr>
            <a:r>
              <a:rPr lang="en-US" sz="6000" b="1" cap="all" spc="50" noProof="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Unit 1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A3E024E-3908-2439-CBA5-BEE667FC7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4186" y="4436462"/>
            <a:ext cx="3355942" cy="1794656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en-US" sz="2300" b="1" spc="50" noProof="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Who we are</a:t>
            </a: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3" name="Imagen 2" descr="Un grupo de gente sentados a la mesa con bebidas&#10;&#10;El contenido generado por IA puede ser incorrecto.">
            <a:extLst>
              <a:ext uri="{FF2B5EF4-FFF2-40B4-BE49-F238E27FC236}">
                <a16:creationId xmlns:a16="http://schemas.microsoft.com/office/drawing/2014/main" id="{7290AEAD-BC6A-5384-A19D-73D640E93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79023" y="1576164"/>
            <a:ext cx="5659222" cy="39048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75974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9986848-FC71-2519-D51E-9036E0C3C233}"/>
              </a:ext>
            </a:extLst>
          </p:cNvPr>
          <p:cNvSpPr/>
          <p:nvPr/>
        </p:nvSpPr>
        <p:spPr>
          <a:xfrm>
            <a:off x="806796" y="0"/>
            <a:ext cx="4687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words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78C345-B7E0-855B-B7DB-83E8412567D5}"/>
              </a:ext>
            </a:extLst>
          </p:cNvPr>
          <p:cNvSpPr txBox="1"/>
          <p:nvPr/>
        </p:nvSpPr>
        <p:spPr>
          <a:xfrm>
            <a:off x="1169545" y="1325214"/>
            <a:ext cx="85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There are different type of questions words, each of them look for some specific information. They always go before the auxiliary or verb “be”.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2A05B54-18DD-7653-23DC-BFB4C005A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913647"/>
              </p:ext>
            </p:extLst>
          </p:nvPr>
        </p:nvGraphicFramePr>
        <p:xfrm>
          <a:off x="1169545" y="2316480"/>
          <a:ext cx="10540674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028">
                  <a:extLst>
                    <a:ext uri="{9D8B030D-6E8A-4147-A177-3AD203B41FA5}">
                      <a16:colId xmlns:a16="http://schemas.microsoft.com/office/drawing/2014/main" val="119333450"/>
                    </a:ext>
                  </a:extLst>
                </a:gridCol>
                <a:gridCol w="2440188">
                  <a:extLst>
                    <a:ext uri="{9D8B030D-6E8A-4147-A177-3AD203B41FA5}">
                      <a16:colId xmlns:a16="http://schemas.microsoft.com/office/drawing/2014/main" val="306415138"/>
                    </a:ext>
                  </a:extLst>
                </a:gridCol>
                <a:gridCol w="6479458">
                  <a:extLst>
                    <a:ext uri="{9D8B030D-6E8A-4147-A177-3AD203B41FA5}">
                      <a16:colId xmlns:a16="http://schemas.microsoft.com/office/drawing/2014/main" val="2103945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Question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When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Special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192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specific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You can use a specific object after question word to reduce context</a:t>
                      </a:r>
                    </a:p>
                    <a:p>
                      <a:r>
                        <a:rPr lang="en-US" sz="1600" noProof="0" dirty="0"/>
                        <a:t>E.g. What color / What car.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360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Which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something specific in a contextual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You can use a specific object after question word to reduce context</a:t>
                      </a:r>
                    </a:p>
                    <a:p>
                      <a:r>
                        <a:rPr lang="en-US" sz="1600" noProof="0" dirty="0"/>
                        <a:t>E.g. Which movie/ Which car.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60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a specific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414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a specific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612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a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Ask for a person who does action or complements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019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Whose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a possessor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a person or object who is the owner of an object.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0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Why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a 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with “Why”, answer with ”Because”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1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Ask for the way/form things are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This question word can be modified in context depending on next word (How much, how old) in this case indicates a quantity.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612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33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83AF2EA-B394-D137-8A1F-B6A52002A592}"/>
              </a:ext>
            </a:extLst>
          </p:cNvPr>
          <p:cNvSpPr txBox="1"/>
          <p:nvPr/>
        </p:nvSpPr>
        <p:spPr>
          <a:xfrm>
            <a:off x="948480" y="1124820"/>
            <a:ext cx="1055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Indirect questions are common in the English language, to create them, </a:t>
            </a:r>
            <a:r>
              <a:rPr lang="en-US" dirty="0"/>
              <a:t>w</a:t>
            </a:r>
            <a:r>
              <a:rPr lang="en-US" noProof="0" dirty="0"/>
              <a:t>e need to use one of the following expressions: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9BAD72-7255-E6C4-1EC4-D7D30C9476A7}"/>
              </a:ext>
            </a:extLst>
          </p:cNvPr>
          <p:cNvSpPr txBox="1"/>
          <p:nvPr/>
        </p:nvSpPr>
        <p:spPr>
          <a:xfrm>
            <a:off x="1403870" y="1926621"/>
            <a:ext cx="3644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you tell me …?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you know …?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I’d like to know …. 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5E3EC8-15EC-48DC-244A-75D50751ABE1}"/>
              </a:ext>
            </a:extLst>
          </p:cNvPr>
          <p:cNvSpPr/>
          <p:nvPr/>
        </p:nvSpPr>
        <p:spPr>
          <a:xfrm>
            <a:off x="679453" y="4356"/>
            <a:ext cx="54165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Indirect questions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633024-D092-196B-712B-69606C546F86}"/>
              </a:ext>
            </a:extLst>
          </p:cNvPr>
          <p:cNvSpPr txBox="1"/>
          <p:nvPr/>
        </p:nvSpPr>
        <p:spPr>
          <a:xfrm>
            <a:off x="5301946" y="1926621"/>
            <a:ext cx="3644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you have any idea…?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wanted to find out … .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wonder…. 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4FDC73-439B-4365-F5C4-2C7F5D46A510}"/>
              </a:ext>
            </a:extLst>
          </p:cNvPr>
          <p:cNvSpPr txBox="1"/>
          <p:nvPr/>
        </p:nvSpPr>
        <p:spPr>
          <a:xfrm>
            <a:off x="948480" y="3182402"/>
            <a:ext cx="5255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Depending on the type of question (Open or Closed), we use </a:t>
            </a:r>
            <a:r>
              <a:rPr lang="en-US" b="1" dirty="0"/>
              <a:t>if</a:t>
            </a:r>
            <a:r>
              <a:rPr lang="en-US" dirty="0"/>
              <a:t> or the </a:t>
            </a:r>
            <a:r>
              <a:rPr lang="en-US" b="1" dirty="0"/>
              <a:t>Question word</a:t>
            </a:r>
            <a:r>
              <a:rPr lang="en-US" dirty="0"/>
              <a:t>. Don’t forget that we take the original question and transform it to an affirmative statement. </a:t>
            </a:r>
            <a:endParaRPr lang="en-US" noProof="0" dirty="0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71B4BAF3-64A0-1084-C86A-0B5BBE77CB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4540923"/>
              </p:ext>
            </p:extLst>
          </p:nvPr>
        </p:nvGraphicFramePr>
        <p:xfrm>
          <a:off x="926524" y="4586539"/>
          <a:ext cx="10555262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FCA78AC9-E9DF-9291-ACD2-C44B497BCC94}"/>
              </a:ext>
            </a:extLst>
          </p:cNvPr>
          <p:cNvSpPr txBox="1"/>
          <p:nvPr/>
        </p:nvSpPr>
        <p:spPr>
          <a:xfrm>
            <a:off x="7032077" y="3182402"/>
            <a:ext cx="3828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noProof="0" dirty="0"/>
              <a:t>Closed question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If</a:t>
            </a:r>
          </a:p>
          <a:p>
            <a:endParaRPr lang="en-US" noProof="0" dirty="0"/>
          </a:p>
          <a:p>
            <a:r>
              <a:rPr lang="en-US" u="sng" dirty="0"/>
              <a:t>Open question </a:t>
            </a:r>
            <a:r>
              <a:rPr lang="en-US" dirty="0"/>
              <a:t>–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Word</a:t>
            </a:r>
            <a:endParaRPr lang="en-US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DF2299EC-DF0D-B256-9D07-05D4098CF5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038268"/>
              </p:ext>
            </p:extLst>
          </p:nvPr>
        </p:nvGraphicFramePr>
        <p:xfrm>
          <a:off x="948479" y="5842320"/>
          <a:ext cx="10555264" cy="574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6816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trella: 10 puntas 8">
            <a:extLst>
              <a:ext uri="{FF2B5EF4-FFF2-40B4-BE49-F238E27FC236}">
                <a16:creationId xmlns:a16="http://schemas.microsoft.com/office/drawing/2014/main" id="{6C5283FE-FE0D-429B-A230-511C2F8F5E73}"/>
              </a:ext>
            </a:extLst>
          </p:cNvPr>
          <p:cNvSpPr/>
          <p:nvPr/>
        </p:nvSpPr>
        <p:spPr>
          <a:xfrm>
            <a:off x="8675776" y="5121225"/>
            <a:ext cx="784942" cy="802984"/>
          </a:xfrm>
          <a:prstGeom prst="star10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!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3AF2EA-B394-D137-8A1F-B6A52002A592}"/>
              </a:ext>
            </a:extLst>
          </p:cNvPr>
          <p:cNvSpPr txBox="1"/>
          <p:nvPr/>
        </p:nvSpPr>
        <p:spPr>
          <a:xfrm>
            <a:off x="948480" y="1124820"/>
            <a:ext cx="541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To create them, we must follow the following 4 steps: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9BAD72-7255-E6C4-1EC4-D7D30C9476A7}"/>
              </a:ext>
            </a:extLst>
          </p:cNvPr>
          <p:cNvSpPr txBox="1"/>
          <p:nvPr/>
        </p:nvSpPr>
        <p:spPr>
          <a:xfrm>
            <a:off x="9160204" y="2173930"/>
            <a:ext cx="2955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you tell me …?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you know …?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you have any idea…?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5E3EC8-15EC-48DC-244A-75D50751ABE1}"/>
              </a:ext>
            </a:extLst>
          </p:cNvPr>
          <p:cNvSpPr/>
          <p:nvPr/>
        </p:nvSpPr>
        <p:spPr>
          <a:xfrm>
            <a:off x="679453" y="4356"/>
            <a:ext cx="54165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Indirect questions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633024-D092-196B-712B-69606C546F86}"/>
              </a:ext>
            </a:extLst>
          </p:cNvPr>
          <p:cNvSpPr txBox="1"/>
          <p:nvPr/>
        </p:nvSpPr>
        <p:spPr>
          <a:xfrm>
            <a:off x="6539644" y="2175983"/>
            <a:ext cx="2955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I’d like to know …. .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wanted to find out … .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wonder…. 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A78AC9-E9DF-9291-ACD2-C44B497BCC94}"/>
              </a:ext>
            </a:extLst>
          </p:cNvPr>
          <p:cNvSpPr txBox="1"/>
          <p:nvPr/>
        </p:nvSpPr>
        <p:spPr>
          <a:xfrm>
            <a:off x="7948393" y="3295490"/>
            <a:ext cx="38284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Finally!!! Join them.</a:t>
            </a:r>
          </a:p>
          <a:p>
            <a:endParaRPr lang="en-US" u="sng" noProof="0" dirty="0"/>
          </a:p>
          <a:p>
            <a:endParaRPr lang="en-US" u="sng" noProof="0" dirty="0"/>
          </a:p>
          <a:p>
            <a:r>
              <a:rPr lang="en-US" u="sng" noProof="0" dirty="0"/>
              <a:t>Closed question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If</a:t>
            </a:r>
          </a:p>
          <a:p>
            <a:endParaRPr lang="en-US" noProof="0" dirty="0"/>
          </a:p>
          <a:p>
            <a:r>
              <a:rPr lang="en-US" u="sng" dirty="0"/>
              <a:t>Open question </a:t>
            </a:r>
            <a:r>
              <a:rPr lang="en-US" dirty="0"/>
              <a:t>–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Word</a:t>
            </a:r>
            <a:endParaRPr lang="en-US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CCD0CE7-6941-4B8D-A950-C10848F8F3FE}"/>
              </a:ext>
            </a:extLst>
          </p:cNvPr>
          <p:cNvSpPr txBox="1"/>
          <p:nvPr/>
        </p:nvSpPr>
        <p:spPr>
          <a:xfrm>
            <a:off x="769185" y="1576667"/>
            <a:ext cx="4627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noProof="0" dirty="0"/>
              <a:t>Identify the </a:t>
            </a:r>
            <a:r>
              <a:rPr lang="en-US" b="1" noProof="0" dirty="0"/>
              <a:t>type</a:t>
            </a:r>
            <a:r>
              <a:rPr lang="en-US" noProof="0" dirty="0"/>
              <a:t> of </a:t>
            </a:r>
            <a:r>
              <a:rPr lang="en-US" b="1" noProof="0" dirty="0"/>
              <a:t>question</a:t>
            </a:r>
            <a:r>
              <a:rPr lang="en-US" noProof="0" dirty="0"/>
              <a:t>:</a:t>
            </a:r>
          </a:p>
          <a:p>
            <a:endParaRPr lang="en-US" dirty="0"/>
          </a:p>
          <a:p>
            <a:r>
              <a:rPr lang="en-US" b="1" dirty="0"/>
              <a:t>Closed</a:t>
            </a:r>
            <a:r>
              <a:rPr lang="en-US" dirty="0"/>
              <a:t>: Are you happy? / Do you like sushi?</a:t>
            </a:r>
          </a:p>
          <a:p>
            <a:endParaRPr lang="en-US" dirty="0"/>
          </a:p>
          <a:p>
            <a:r>
              <a:rPr lang="en-US" b="1" dirty="0"/>
              <a:t>Open</a:t>
            </a:r>
            <a:r>
              <a:rPr lang="en-US" dirty="0"/>
              <a:t>: Where do you live? / Why are you here?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955D35B-0933-4875-9C2E-9F2C2599DC23}"/>
              </a:ext>
            </a:extLst>
          </p:cNvPr>
          <p:cNvSpPr/>
          <p:nvPr/>
        </p:nvSpPr>
        <p:spPr>
          <a:xfrm>
            <a:off x="4053810" y="1629060"/>
            <a:ext cx="337936" cy="338303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?</a:t>
            </a:r>
            <a:endParaRPr lang="en-US" sz="3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73E22D-4396-40ED-9CBE-333F37F4E478}"/>
              </a:ext>
            </a:extLst>
          </p:cNvPr>
          <p:cNvSpPr txBox="1"/>
          <p:nvPr/>
        </p:nvSpPr>
        <p:spPr>
          <a:xfrm>
            <a:off x="6795247" y="1475045"/>
            <a:ext cx="462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dirty="0"/>
              <a:t>Select a phrase to use, remember they always go at the </a:t>
            </a:r>
            <a:r>
              <a:rPr lang="en-US" b="1" dirty="0"/>
              <a:t>beginning</a:t>
            </a:r>
            <a:r>
              <a:rPr lang="en-US" dirty="0"/>
              <a:t>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5C0AEC4-17FF-41CE-AA94-7E6533EB2BCD}"/>
              </a:ext>
            </a:extLst>
          </p:cNvPr>
          <p:cNvSpPr txBox="1"/>
          <p:nvPr/>
        </p:nvSpPr>
        <p:spPr>
          <a:xfrm>
            <a:off x="769185" y="3308485"/>
            <a:ext cx="462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dirty="0"/>
              <a:t>Transform the question into an affirmative sentences: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2614A95-56D1-4B12-8274-3FBBAA76DA3D}"/>
              </a:ext>
            </a:extLst>
          </p:cNvPr>
          <p:cNvSpPr txBox="1"/>
          <p:nvPr/>
        </p:nvSpPr>
        <p:spPr>
          <a:xfrm>
            <a:off x="868263" y="1102423"/>
            <a:ext cx="4429412" cy="203132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Remember!!!</a:t>
            </a:r>
          </a:p>
          <a:p>
            <a:endParaRPr lang="en-US" b="1" dirty="0"/>
          </a:p>
          <a:p>
            <a:r>
              <a:rPr lang="en-US" b="1" dirty="0"/>
              <a:t>Closed questions </a:t>
            </a:r>
            <a:r>
              <a:rPr lang="en-US" dirty="0"/>
              <a:t>are</a:t>
            </a:r>
            <a:r>
              <a:rPr lang="en-US" b="1" dirty="0"/>
              <a:t> always </a:t>
            </a:r>
            <a:r>
              <a:rPr lang="en-US" dirty="0"/>
              <a:t>answered with </a:t>
            </a:r>
            <a:r>
              <a:rPr lang="en-US" b="1" dirty="0"/>
              <a:t>yes or no.</a:t>
            </a:r>
          </a:p>
          <a:p>
            <a:endParaRPr lang="en-US" b="1" dirty="0"/>
          </a:p>
          <a:p>
            <a:r>
              <a:rPr lang="en-US" b="1" dirty="0"/>
              <a:t>Open questions </a:t>
            </a:r>
            <a:r>
              <a:rPr lang="en-US" dirty="0"/>
              <a:t>are</a:t>
            </a:r>
            <a:r>
              <a:rPr lang="en-US" b="1" dirty="0"/>
              <a:t> answered </a:t>
            </a:r>
            <a:r>
              <a:rPr lang="en-US" dirty="0"/>
              <a:t>with</a:t>
            </a:r>
            <a:r>
              <a:rPr lang="en-US" b="1" dirty="0"/>
              <a:t> specific information. 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7F9BA02-8437-4874-AB59-95DC7DF92401}"/>
              </a:ext>
            </a:extLst>
          </p:cNvPr>
          <p:cNvSpPr/>
          <p:nvPr/>
        </p:nvSpPr>
        <p:spPr>
          <a:xfrm>
            <a:off x="4984347" y="1170537"/>
            <a:ext cx="245086" cy="253234"/>
          </a:xfrm>
          <a:prstGeom prst="roundRect">
            <a:avLst>
              <a:gd name="adj" fmla="val 10837"/>
            </a:avLst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X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460C588-7CCE-43F4-972E-1235EC7819E3}"/>
              </a:ext>
            </a:extLst>
          </p:cNvPr>
          <p:cNvSpPr/>
          <p:nvPr/>
        </p:nvSpPr>
        <p:spPr>
          <a:xfrm>
            <a:off x="769185" y="4112902"/>
            <a:ext cx="930306" cy="930306"/>
          </a:xfrm>
          <a:prstGeom prst="rect">
            <a:avLst/>
          </a:prstGeom>
          <a:gradFill flip="none" rotWithShape="1">
            <a:gsLst>
              <a:gs pos="50000">
                <a:srgbClr val="1377D0"/>
              </a:gs>
              <a:gs pos="0">
                <a:schemeClr val="accent1">
                  <a:lumMod val="67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20650"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B41603C-076F-4019-9E8D-180ABF4D3706}"/>
              </a:ext>
            </a:extLst>
          </p:cNvPr>
          <p:cNvSpPr/>
          <p:nvPr/>
        </p:nvSpPr>
        <p:spPr>
          <a:xfrm>
            <a:off x="2329390" y="4112902"/>
            <a:ext cx="1724420" cy="930306"/>
          </a:xfrm>
          <a:prstGeom prst="rect">
            <a:avLst/>
          </a:prstGeom>
          <a:gradFill flip="none" rotWithShape="1">
            <a:gsLst>
              <a:gs pos="50000">
                <a:srgbClr val="1377D0"/>
              </a:gs>
              <a:gs pos="0">
                <a:schemeClr val="accent1">
                  <a:lumMod val="67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20650"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Do/Does/Did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C949AA1-6440-45B9-8D72-F65F84F94473}"/>
              </a:ext>
            </a:extLst>
          </p:cNvPr>
          <p:cNvSpPr/>
          <p:nvPr/>
        </p:nvSpPr>
        <p:spPr>
          <a:xfrm>
            <a:off x="4683709" y="4112902"/>
            <a:ext cx="930306" cy="930306"/>
          </a:xfrm>
          <a:prstGeom prst="rect">
            <a:avLst/>
          </a:prstGeom>
          <a:gradFill flip="none" rotWithShape="1">
            <a:gsLst>
              <a:gs pos="50000">
                <a:srgbClr val="1377D0"/>
              </a:gs>
              <a:gs pos="0">
                <a:schemeClr val="accent1">
                  <a:lumMod val="67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20650"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Other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DD4FB99-8CDD-4C4C-9CBE-C442F45D8B73}"/>
              </a:ext>
            </a:extLst>
          </p:cNvPr>
          <p:cNvSpPr/>
          <p:nvPr/>
        </p:nvSpPr>
        <p:spPr>
          <a:xfrm>
            <a:off x="3511997" y="258116"/>
            <a:ext cx="5706060" cy="1848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Be</a:t>
            </a:r>
            <a:r>
              <a:rPr lang="en-US" dirty="0"/>
              <a:t>: Change position of “</a:t>
            </a:r>
            <a:r>
              <a:rPr lang="en-US" b="1" dirty="0"/>
              <a:t>be</a:t>
            </a:r>
            <a:r>
              <a:rPr lang="en-US" dirty="0"/>
              <a:t>” and subject.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Are you </a:t>
            </a:r>
            <a:r>
              <a:rPr lang="en-US" dirty="0"/>
              <a:t>happy? &gt; </a:t>
            </a:r>
            <a:r>
              <a:rPr lang="en-US" b="1" i="1" dirty="0"/>
              <a:t>You are </a:t>
            </a:r>
            <a:r>
              <a:rPr lang="en-US" dirty="0"/>
              <a:t>happy.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Where </a:t>
            </a:r>
            <a:r>
              <a:rPr lang="en-US" b="1" dirty="0"/>
              <a:t>were you </a:t>
            </a:r>
            <a:r>
              <a:rPr lang="en-US" dirty="0"/>
              <a:t>yesterday? &gt; Where </a:t>
            </a:r>
            <a:r>
              <a:rPr lang="en-US" b="1" i="1" dirty="0"/>
              <a:t>you were </a:t>
            </a:r>
            <a:r>
              <a:rPr lang="en-US" dirty="0"/>
              <a:t>yesterday.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DDCF947-0938-4789-A1AB-5C049D927FD9}"/>
              </a:ext>
            </a:extLst>
          </p:cNvPr>
          <p:cNvSpPr/>
          <p:nvPr/>
        </p:nvSpPr>
        <p:spPr>
          <a:xfrm>
            <a:off x="8952801" y="289231"/>
            <a:ext cx="245086" cy="253234"/>
          </a:xfrm>
          <a:prstGeom prst="roundRect">
            <a:avLst>
              <a:gd name="adj" fmla="val 10837"/>
            </a:avLst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X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D0A5F76-E1EC-4756-800E-A1FBDA89FE91}"/>
              </a:ext>
            </a:extLst>
          </p:cNvPr>
          <p:cNvSpPr/>
          <p:nvPr/>
        </p:nvSpPr>
        <p:spPr>
          <a:xfrm>
            <a:off x="3511997" y="2306992"/>
            <a:ext cx="5706060" cy="20532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Do / Does / Did</a:t>
            </a:r>
            <a:r>
              <a:rPr lang="en-US" dirty="0"/>
              <a:t>: Eliminate the auxiliary.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Do</a:t>
            </a:r>
            <a:r>
              <a:rPr lang="en-US" dirty="0"/>
              <a:t> you </a:t>
            </a:r>
            <a:r>
              <a:rPr lang="en-US" b="1" dirty="0"/>
              <a:t>play</a:t>
            </a:r>
            <a:r>
              <a:rPr lang="en-US" dirty="0"/>
              <a:t> soccer? &gt; You </a:t>
            </a:r>
            <a:r>
              <a:rPr lang="en-US" b="1" dirty="0"/>
              <a:t>play</a:t>
            </a:r>
            <a:r>
              <a:rPr lang="en-US" dirty="0"/>
              <a:t> soccer.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What </a:t>
            </a:r>
            <a:r>
              <a:rPr lang="en-US" b="1" dirty="0"/>
              <a:t>does</a:t>
            </a:r>
            <a:r>
              <a:rPr lang="en-US" dirty="0"/>
              <a:t> she </a:t>
            </a:r>
            <a:r>
              <a:rPr lang="en-US" b="1" dirty="0"/>
              <a:t>eat</a:t>
            </a:r>
            <a:r>
              <a:rPr lang="en-US" dirty="0"/>
              <a:t>? &gt; What she </a:t>
            </a:r>
            <a:r>
              <a:rPr lang="en-US" b="1" dirty="0"/>
              <a:t>eats</a:t>
            </a:r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Remember to conjugate verb when transforming.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68DF9C8B-CBB0-4F59-BEAA-75D93EF80FBE}"/>
              </a:ext>
            </a:extLst>
          </p:cNvPr>
          <p:cNvSpPr/>
          <p:nvPr/>
        </p:nvSpPr>
        <p:spPr>
          <a:xfrm>
            <a:off x="8949041" y="2323891"/>
            <a:ext cx="245086" cy="253234"/>
          </a:xfrm>
          <a:prstGeom prst="roundRect">
            <a:avLst>
              <a:gd name="adj" fmla="val 10837"/>
            </a:avLst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X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3D5900C-8D43-4A05-83F4-0C08446D1433}"/>
              </a:ext>
            </a:extLst>
          </p:cNvPr>
          <p:cNvSpPr/>
          <p:nvPr/>
        </p:nvSpPr>
        <p:spPr>
          <a:xfrm>
            <a:off x="3511997" y="4491211"/>
            <a:ext cx="5706060" cy="23369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Other auxiliaries</a:t>
            </a:r>
            <a:r>
              <a:rPr lang="en-US" dirty="0"/>
              <a:t>: Change position of the auxiliary and subject.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Can</a:t>
            </a:r>
            <a:r>
              <a:rPr lang="en-US" dirty="0"/>
              <a:t> you </a:t>
            </a:r>
            <a:r>
              <a:rPr lang="en-US" b="1" dirty="0"/>
              <a:t>play</a:t>
            </a:r>
            <a:r>
              <a:rPr lang="en-US" dirty="0"/>
              <a:t> soccer? &gt; You </a:t>
            </a:r>
            <a:r>
              <a:rPr lang="en-US" b="1" dirty="0"/>
              <a:t>can</a:t>
            </a:r>
            <a:r>
              <a:rPr lang="en-US" dirty="0"/>
              <a:t> </a:t>
            </a:r>
            <a:r>
              <a:rPr lang="en-US" b="1" dirty="0"/>
              <a:t>play</a:t>
            </a:r>
            <a:r>
              <a:rPr lang="en-US" dirty="0"/>
              <a:t> soccer.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What </a:t>
            </a:r>
            <a:r>
              <a:rPr lang="en-US" b="1" dirty="0"/>
              <a:t>has</a:t>
            </a:r>
            <a:r>
              <a:rPr lang="en-US" dirty="0"/>
              <a:t> she </a:t>
            </a:r>
            <a:r>
              <a:rPr lang="en-US" b="1" dirty="0"/>
              <a:t>eaten</a:t>
            </a:r>
            <a:r>
              <a:rPr lang="en-US" dirty="0"/>
              <a:t>? &gt; What she </a:t>
            </a:r>
            <a:r>
              <a:rPr lang="en-US" b="1" dirty="0"/>
              <a:t>has</a:t>
            </a:r>
            <a:r>
              <a:rPr lang="en-US" dirty="0"/>
              <a:t> </a:t>
            </a:r>
            <a:r>
              <a:rPr lang="en-US" b="1" dirty="0"/>
              <a:t>eaten</a:t>
            </a:r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Remember to conjugate verb when transforming.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9803115-25CA-432D-BF81-67A52BE34F5B}"/>
              </a:ext>
            </a:extLst>
          </p:cNvPr>
          <p:cNvSpPr/>
          <p:nvPr/>
        </p:nvSpPr>
        <p:spPr>
          <a:xfrm>
            <a:off x="8945704" y="4513270"/>
            <a:ext cx="245086" cy="253234"/>
          </a:xfrm>
          <a:prstGeom prst="roundRect">
            <a:avLst>
              <a:gd name="adj" fmla="val 10837"/>
            </a:avLst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X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E6A0B30-9388-4540-88FC-C59AE6AB4F40}"/>
              </a:ext>
            </a:extLst>
          </p:cNvPr>
          <p:cNvSpPr/>
          <p:nvPr/>
        </p:nvSpPr>
        <p:spPr>
          <a:xfrm>
            <a:off x="184750" y="1936760"/>
            <a:ext cx="11810026" cy="338978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Closed question:</a:t>
            </a:r>
          </a:p>
          <a:p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Can you play soccer? &gt; You can play soccer. &gt; 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ighlight>
                  <a:srgbClr val="000080"/>
                </a:highlight>
              </a:rPr>
              <a:t>Can you tell me 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ighlight>
                  <a:srgbClr val="FF0000"/>
                </a:highlight>
              </a:rPr>
              <a:t>if 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ighlight>
                  <a:srgbClr val="008000"/>
                </a:highlight>
              </a:rPr>
              <a:t>you can play soccer?</a:t>
            </a:r>
          </a:p>
          <a:p>
            <a:endParaRPr lang="en-US" b="1" spc="50" noProof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highlight>
                <a:srgbClr val="008000"/>
              </a:highlight>
            </a:endParaRPr>
          </a:p>
          <a:p>
            <a:endParaRPr lang="en-US" b="1" spc="50" noProof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highlight>
                <a:srgbClr val="008000"/>
              </a:highlight>
            </a:endParaRPr>
          </a:p>
          <a:p>
            <a:r>
              <a:rPr lang="en-U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Closed question:</a:t>
            </a:r>
          </a:p>
          <a:p>
            <a:endParaRPr lang="en-US" sz="2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Where are you from? &gt; Where you are from. &gt; 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ighlight>
                  <a:srgbClr val="000080"/>
                </a:highlight>
              </a:rPr>
              <a:t>I wonder 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ighlight>
                  <a:srgbClr val="FF0000"/>
                </a:highlight>
              </a:rPr>
              <a:t>where 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ighlight>
                  <a:srgbClr val="008000"/>
                </a:highlight>
              </a:rPr>
              <a:t>you are from.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30B699E8-B876-4FE1-9626-E220789B3918}"/>
              </a:ext>
            </a:extLst>
          </p:cNvPr>
          <p:cNvSpPr/>
          <p:nvPr/>
        </p:nvSpPr>
        <p:spPr>
          <a:xfrm>
            <a:off x="11649791" y="2044557"/>
            <a:ext cx="245086" cy="253234"/>
          </a:xfrm>
          <a:prstGeom prst="roundRect">
            <a:avLst>
              <a:gd name="adj" fmla="val 10837"/>
            </a:avLst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72359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4" grpId="0" animBg="1"/>
      <p:bldP spid="4" grpId="1" animBg="1"/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7" grpId="0" build="allAtOnce" animBg="1"/>
      <p:bldP spid="7" grpId="1" build="allAtOnce" animBg="1"/>
      <p:bldP spid="24" grpId="0" animBg="1"/>
      <p:bldP spid="2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49FCC-BD17-0683-FE61-53C1AF64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3753DD35-3C93-B644-57FD-4537B3DB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" r="307" b="-1"/>
          <a:stretch>
            <a:fillRect/>
          </a:stretch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0ABD04-2705-A1D1-B7FF-EFF7EB6A8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128" y="1788454"/>
            <a:ext cx="8361229" cy="20982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9000"/>
              </a:lnSpc>
            </a:pPr>
            <a:r>
              <a:rPr lang="en-US" sz="7200" b="1" cap="all" spc="50" noProof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Unit 2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5081B26-5EC8-DB23-E376-B1839F550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906" y="3956279"/>
            <a:ext cx="6831673" cy="1086237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en-US" sz="2300" b="1" spc="50" noProof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So much stuff</a:t>
            </a:r>
          </a:p>
        </p:txBody>
      </p:sp>
    </p:spTree>
    <p:extLst>
      <p:ext uri="{BB962C8B-B14F-4D97-AF65-F5344CB8AC3E}">
        <p14:creationId xmlns:p14="http://schemas.microsoft.com/office/powerpoint/2010/main" val="307867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BA68B1D-9AEC-E376-7A21-4977DC866785}"/>
              </a:ext>
            </a:extLst>
          </p:cNvPr>
          <p:cNvSpPr/>
          <p:nvPr/>
        </p:nvSpPr>
        <p:spPr>
          <a:xfrm>
            <a:off x="635295" y="18357"/>
            <a:ext cx="105544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Present Perfect with </a:t>
            </a:r>
            <a:r>
              <a:rPr lang="en-US" sz="5400" b="1" i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ever</a:t>
            </a:r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and </a:t>
            </a:r>
            <a:r>
              <a:rPr lang="en-US" sz="5400" b="1" i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never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C0B82F7-8538-754D-08BA-EB20F8602A20}"/>
              </a:ext>
            </a:extLst>
          </p:cNvPr>
          <p:cNvSpPr txBox="1"/>
          <p:nvPr/>
        </p:nvSpPr>
        <p:spPr>
          <a:xfrm>
            <a:off x="818754" y="1443841"/>
            <a:ext cx="105544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We normally use the present perfect to talk about experiences we have had in our lives.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been to Cancun many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eaten Japanese food before.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 present perfect, we use </a:t>
            </a:r>
            <a:r>
              <a:rPr lang="en-US" b="1" i="1" dirty="0"/>
              <a:t>ever </a:t>
            </a:r>
            <a:r>
              <a:rPr lang="en-US" dirty="0"/>
              <a:t>in </a:t>
            </a:r>
            <a:r>
              <a:rPr lang="en-US" u="sng" dirty="0"/>
              <a:t>questions</a:t>
            </a:r>
            <a:r>
              <a:rPr lang="en-US" dirty="0"/>
              <a:t> to know if a person has had and experience before:</a:t>
            </a:r>
          </a:p>
          <a:p>
            <a:endParaRPr lang="en-US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you </a:t>
            </a:r>
            <a:r>
              <a:rPr lang="en-US" b="1" i="1" dirty="0"/>
              <a:t>ever</a:t>
            </a:r>
            <a:r>
              <a:rPr lang="en-US" dirty="0"/>
              <a:t> seen “Rocky IV”?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you </a:t>
            </a:r>
            <a:r>
              <a:rPr lang="en-US" b="1" i="1" dirty="0"/>
              <a:t>ever</a:t>
            </a:r>
            <a:r>
              <a:rPr lang="en-US" dirty="0"/>
              <a:t> traveled to another country?</a:t>
            </a:r>
          </a:p>
          <a:p>
            <a:endParaRPr lang="en-US" dirty="0"/>
          </a:p>
          <a:p>
            <a:r>
              <a:rPr lang="en-US" dirty="0"/>
              <a:t>And we use </a:t>
            </a:r>
            <a:r>
              <a:rPr lang="en-US" b="1" i="1" dirty="0"/>
              <a:t>never</a:t>
            </a:r>
            <a:r>
              <a:rPr lang="en-US" dirty="0"/>
              <a:t> exclusively in </a:t>
            </a:r>
            <a:r>
              <a:rPr lang="en-US" u="sng" dirty="0"/>
              <a:t>affirmative</a:t>
            </a:r>
            <a:r>
              <a:rPr lang="en-US" dirty="0"/>
              <a:t> to indicate that we </a:t>
            </a:r>
            <a:r>
              <a:rPr lang="en-US" b="1" i="1" u="sng" dirty="0"/>
              <a:t>haven’t had </a:t>
            </a:r>
            <a:r>
              <a:rPr lang="en-US" dirty="0"/>
              <a:t>an experience.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</a:t>
            </a:r>
            <a:r>
              <a:rPr lang="en-US" b="1" i="1" dirty="0"/>
              <a:t>never</a:t>
            </a:r>
            <a:r>
              <a:rPr lang="en-US" dirty="0"/>
              <a:t> been to Spain. (I haven’t gone to Spain)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</a:t>
            </a:r>
            <a:r>
              <a:rPr lang="en-US" b="1" i="1" dirty="0"/>
              <a:t>never</a:t>
            </a:r>
            <a:r>
              <a:rPr lang="en-US" dirty="0"/>
              <a:t> eaten Japanese food before. (I haven’t eaten Japanese food)</a:t>
            </a:r>
          </a:p>
        </p:txBody>
      </p:sp>
    </p:spTree>
    <p:extLst>
      <p:ext uri="{BB962C8B-B14F-4D97-AF65-F5344CB8AC3E}">
        <p14:creationId xmlns:p14="http://schemas.microsoft.com/office/powerpoint/2010/main" val="315123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26CD-57AA-689B-0D22-653A1634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AD261DE9-7FE0-156C-E736-5F06F68A0EFB}"/>
              </a:ext>
            </a:extLst>
          </p:cNvPr>
          <p:cNvSpPr/>
          <p:nvPr/>
        </p:nvSpPr>
        <p:spPr>
          <a:xfrm>
            <a:off x="625215" y="0"/>
            <a:ext cx="100437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Present Perfect with </a:t>
            </a:r>
            <a:r>
              <a:rPr lang="en-US" sz="5400" b="1" i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</a:t>
            </a:r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and </a:t>
            </a:r>
            <a:r>
              <a:rPr lang="en-US" sz="5400" b="1" i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since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9902A09-ABE9-B4F7-06BA-37288D44C86B}"/>
              </a:ext>
            </a:extLst>
          </p:cNvPr>
          <p:cNvSpPr txBox="1"/>
          <p:nvPr/>
        </p:nvSpPr>
        <p:spPr>
          <a:xfrm>
            <a:off x="818754" y="1443841"/>
            <a:ext cx="105544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noProof="0" dirty="0"/>
              <a:t>For</a:t>
            </a:r>
            <a:r>
              <a:rPr lang="en-US" noProof="0" dirty="0"/>
              <a:t> and </a:t>
            </a:r>
            <a:r>
              <a:rPr lang="en-US" b="1" i="1" noProof="0" dirty="0"/>
              <a:t>since</a:t>
            </a:r>
            <a:r>
              <a:rPr lang="en-US" noProof="0" dirty="0"/>
              <a:t> are used to indicate the duration of the action that started in past and continues now. They indicate the same idea in two </a:t>
            </a:r>
            <a:r>
              <a:rPr lang="en-US" dirty="0"/>
              <a:t>different ways:</a:t>
            </a:r>
          </a:p>
          <a:p>
            <a:endParaRPr lang="en-US" dirty="0"/>
          </a:p>
          <a:p>
            <a:r>
              <a:rPr lang="en-US" b="1" i="1" dirty="0"/>
              <a:t>Since</a:t>
            </a:r>
            <a:r>
              <a:rPr lang="en-US" dirty="0"/>
              <a:t> is used to indicate </a:t>
            </a:r>
            <a:r>
              <a:rPr lang="en-US" u="sng" dirty="0"/>
              <a:t>when the action started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lived in Aguascalientes since 2014. (I started to live in Aguascalientes in 2014, and I continue living here)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i="1" dirty="0"/>
              <a:t>For</a:t>
            </a:r>
            <a:r>
              <a:rPr lang="en-US" dirty="0"/>
              <a:t> is used to indicate </a:t>
            </a:r>
            <a:r>
              <a:rPr lang="en-US" u="sng" dirty="0"/>
              <a:t>the specific period of time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lived in Aguascalientes for 11 years. (I have 11 years living in Aguascalientes)</a:t>
            </a:r>
          </a:p>
        </p:txBody>
      </p:sp>
    </p:spTree>
    <p:extLst>
      <p:ext uri="{BB962C8B-B14F-4D97-AF65-F5344CB8AC3E}">
        <p14:creationId xmlns:p14="http://schemas.microsoft.com/office/powerpoint/2010/main" val="3469706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098D-7420-04E4-9303-7A75D9AC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0B06279-4EC1-CE5B-1871-BEAB15BCF14B}"/>
              </a:ext>
            </a:extLst>
          </p:cNvPr>
          <p:cNvSpPr/>
          <p:nvPr/>
        </p:nvSpPr>
        <p:spPr>
          <a:xfrm>
            <a:off x="656850" y="0"/>
            <a:ext cx="107163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Present Perfect with </a:t>
            </a:r>
            <a:r>
              <a:rPr lang="en-US" sz="5400" b="1" i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already</a:t>
            </a:r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and </a:t>
            </a:r>
            <a:r>
              <a:rPr lang="en-US" sz="5400" b="1" i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yet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0D73369-FFBA-4B38-93A5-498A92F14737}"/>
              </a:ext>
            </a:extLst>
          </p:cNvPr>
          <p:cNvSpPr txBox="1"/>
          <p:nvPr/>
        </p:nvSpPr>
        <p:spPr>
          <a:xfrm>
            <a:off x="818754" y="1443841"/>
            <a:ext cx="105544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noProof="0" dirty="0"/>
              <a:t>Already </a:t>
            </a:r>
            <a:r>
              <a:rPr lang="en-US" noProof="0" dirty="0"/>
              <a:t>is used to </a:t>
            </a:r>
            <a:r>
              <a:rPr lang="en-US" u="sng" noProof="0" dirty="0"/>
              <a:t>emphasize</a:t>
            </a:r>
            <a:r>
              <a:rPr lang="en-US" noProof="0" dirty="0"/>
              <a:t> that an action </a:t>
            </a:r>
            <a:r>
              <a:rPr lang="en-US" b="1" i="1" noProof="0" dirty="0"/>
              <a:t>has been completed</a:t>
            </a:r>
            <a:r>
              <a:rPr lang="en-US" noProof="0" dirty="0"/>
              <a:t>, usually </a:t>
            </a:r>
            <a:r>
              <a:rPr lang="en-US" u="sng" noProof="0" dirty="0"/>
              <a:t>before it was expected</a:t>
            </a:r>
            <a:r>
              <a:rPr lang="en-US" noProof="0" dirty="0"/>
              <a:t>. We use it in affirmative sentences.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already done my homework. (I emphasize that the homework is finished)</a:t>
            </a:r>
          </a:p>
          <a:p>
            <a:endParaRPr lang="en-US" dirty="0"/>
          </a:p>
          <a:p>
            <a:r>
              <a:rPr lang="en-US" dirty="0"/>
              <a:t>We can use </a:t>
            </a:r>
            <a:r>
              <a:rPr lang="en-US" b="1" i="1" dirty="0"/>
              <a:t>yet</a:t>
            </a:r>
            <a:r>
              <a:rPr lang="en-US" dirty="0"/>
              <a:t> in both </a:t>
            </a:r>
            <a:r>
              <a:rPr lang="en-US" u="sng" dirty="0"/>
              <a:t>negative</a:t>
            </a:r>
            <a:r>
              <a:rPr lang="en-US" dirty="0"/>
              <a:t> and </a:t>
            </a:r>
            <a:r>
              <a:rPr lang="en-US" u="sng" dirty="0"/>
              <a:t>questions</a:t>
            </a:r>
            <a:r>
              <a:rPr lang="en-US" dirty="0"/>
              <a:t> with a small difference.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negative, we use it to indicate the action </a:t>
            </a:r>
            <a:r>
              <a:rPr lang="en-US" b="1" i="1" u="sng" dirty="0"/>
              <a:t>is not completed yet</a:t>
            </a:r>
            <a:r>
              <a:rPr lang="en-US" dirty="0"/>
              <a:t>, but we expect it to be ready in a moment.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 haven’t talked to my father </a:t>
            </a:r>
            <a:r>
              <a:rPr lang="en-US" b="1" i="1" dirty="0"/>
              <a:t>yet</a:t>
            </a:r>
            <a:r>
              <a:rPr lang="en-US" dirty="0"/>
              <a:t>. (The action is not completed but it will be eventually).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question, we use it to know if the person has completed the 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Have you paid the rent yet? (I don’t know if you paid the rent).</a:t>
            </a:r>
          </a:p>
        </p:txBody>
      </p:sp>
    </p:spTree>
    <p:extLst>
      <p:ext uri="{BB962C8B-B14F-4D97-AF65-F5344CB8AC3E}">
        <p14:creationId xmlns:p14="http://schemas.microsoft.com/office/powerpoint/2010/main" val="158946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D26D7-7AA7-34C6-73EC-58A2E04E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A77A6167-FCC5-49E8-B280-CECAF151E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 6">
            <a:extLst>
              <a:ext uri="{FF2B5EF4-FFF2-40B4-BE49-F238E27FC236}">
                <a16:creationId xmlns:a16="http://schemas.microsoft.com/office/drawing/2014/main" id="{F84046EA-4273-437E-9DE5-5AEE713C3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2CD2EAF-1958-AE97-FFA2-AA17E928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22" y="1480930"/>
            <a:ext cx="5301138" cy="325432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9000"/>
              </a:lnSpc>
            </a:pPr>
            <a:r>
              <a:rPr lang="en-US" sz="6600" b="1" cap="all" spc="50" noProof="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Unit 3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8C07203-CDDA-1FB3-D9B3-D8917605C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8524" y="4804850"/>
            <a:ext cx="5284876" cy="108623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en-US" sz="2300" b="1" spc="50" noProof="0" dirty="0">
                <a:ln w="0"/>
                <a:solidFill>
                  <a:schemeClr val="tx1">
                    <a:lumMod val="9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Smart moves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51F6AE-1B3D-F5F0-5CFB-79383950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67" r="11208"/>
          <a:stretch>
            <a:fillRect/>
          </a:stretch>
        </p:blipFill>
        <p:spPr>
          <a:xfrm>
            <a:off x="7225748" y="10"/>
            <a:ext cx="49662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67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41295F2-E895-DFA1-9ED1-2E4937972718}"/>
              </a:ext>
            </a:extLst>
          </p:cNvPr>
          <p:cNvSpPr/>
          <p:nvPr/>
        </p:nvSpPr>
        <p:spPr>
          <a:xfrm>
            <a:off x="657477" y="270217"/>
            <a:ext cx="107725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use of articles.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FE4C10-7DDC-C4F4-74A5-A2B6A28204DB}"/>
              </a:ext>
            </a:extLst>
          </p:cNvPr>
          <p:cNvSpPr txBox="1"/>
          <p:nvPr/>
        </p:nvSpPr>
        <p:spPr>
          <a:xfrm>
            <a:off x="818754" y="1443841"/>
            <a:ext cx="10554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In English, we have a total of three articles (</a:t>
            </a:r>
            <a:r>
              <a:rPr lang="en-US" b="1" i="1" noProof="0" dirty="0"/>
              <a:t>a</a:t>
            </a:r>
            <a:r>
              <a:rPr lang="en-US" noProof="0" dirty="0"/>
              <a:t>, </a:t>
            </a:r>
            <a:r>
              <a:rPr lang="en-US" b="1" i="1" noProof="0" dirty="0"/>
              <a:t>an</a:t>
            </a:r>
            <a:r>
              <a:rPr lang="en-US" noProof="0" dirty="0"/>
              <a:t> and </a:t>
            </a:r>
            <a:r>
              <a:rPr lang="en-US" b="1" i="1" noProof="0" dirty="0"/>
              <a:t>the</a:t>
            </a:r>
            <a:r>
              <a:rPr lang="en-US" noProof="0" dirty="0"/>
              <a:t>), they are used depending on one of the next situations:</a:t>
            </a:r>
            <a:endParaRPr lang="en-US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D54A4DF5-3E85-B1F2-882E-4452AB946F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355405"/>
              </p:ext>
            </p:extLst>
          </p:nvPr>
        </p:nvGraphicFramePr>
        <p:xfrm>
          <a:off x="1982838" y="2445399"/>
          <a:ext cx="8842477" cy="4142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2525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C988A-0304-1D3B-3FC5-F8C92938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64279B6-59B5-E744-DB40-9E39CDD5D33D}"/>
              </a:ext>
            </a:extLst>
          </p:cNvPr>
          <p:cNvSpPr/>
          <p:nvPr/>
        </p:nvSpPr>
        <p:spPr>
          <a:xfrm>
            <a:off x="657477" y="270217"/>
            <a:ext cx="107725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Modals for advice.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856B4A-48B7-53D1-EBDB-E2364ACD77C5}"/>
              </a:ext>
            </a:extLst>
          </p:cNvPr>
          <p:cNvSpPr txBox="1"/>
          <p:nvPr/>
        </p:nvSpPr>
        <p:spPr>
          <a:xfrm>
            <a:off x="818754" y="1443841"/>
            <a:ext cx="10554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use some modals to give advice to people. Every time we use modals, the verbs are used in simple form. The modals we can use are: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0172215-CB1A-4C75-9C31-162D6A359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404297"/>
              </p:ext>
            </p:extLst>
          </p:nvPr>
        </p:nvGraphicFramePr>
        <p:xfrm>
          <a:off x="818754" y="2536722"/>
          <a:ext cx="5945839" cy="3946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D8BC456D-9965-9FEF-60D1-292F7B235977}"/>
              </a:ext>
            </a:extLst>
          </p:cNvPr>
          <p:cNvSpPr txBox="1"/>
          <p:nvPr/>
        </p:nvSpPr>
        <p:spPr>
          <a:xfrm>
            <a:off x="6980904" y="2536722"/>
            <a:ext cx="50734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You should visit Exedra.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You shouldn’t go to Lomas del Ajedrez at night.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Should I eat at “Las Espadas”?</a:t>
            </a:r>
          </a:p>
          <a:p>
            <a:r>
              <a:rPr lang="en-US" dirty="0"/>
              <a:t>     Yes, you should. / No, you shouldn’t.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E53B69-20E2-FC0B-A811-FA658E6CF976}"/>
              </a:ext>
            </a:extLst>
          </p:cNvPr>
          <p:cNvSpPr txBox="1"/>
          <p:nvPr/>
        </p:nvSpPr>
        <p:spPr>
          <a:xfrm>
            <a:off x="6980904" y="4944076"/>
            <a:ext cx="5073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You could visit </a:t>
            </a:r>
            <a:r>
              <a:rPr lang="en-US" noProof="0" dirty="0"/>
              <a:t>The Broken Christ </a:t>
            </a:r>
            <a:r>
              <a:rPr lang="es-MX" dirty="0"/>
              <a:t>in San José.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noProof="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noProof="0" dirty="0"/>
              <a:t>Could I travel by bus to Calvillo?</a:t>
            </a:r>
          </a:p>
          <a:p>
            <a:r>
              <a:rPr lang="en-US" noProof="0" dirty="0"/>
              <a:t>     Yes, you could. / No, You couldn’t</a:t>
            </a:r>
          </a:p>
        </p:txBody>
      </p:sp>
    </p:spTree>
    <p:extLst>
      <p:ext uri="{BB962C8B-B14F-4D97-AF65-F5344CB8AC3E}">
        <p14:creationId xmlns:p14="http://schemas.microsoft.com/office/powerpoint/2010/main" val="382618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A794B-CF7E-8ECC-3DB7-A42A222E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B6E3369-DAAC-6353-4CB4-B2D77B0A160B}"/>
              </a:ext>
            </a:extLst>
          </p:cNvPr>
          <p:cNvSpPr/>
          <p:nvPr/>
        </p:nvSpPr>
        <p:spPr>
          <a:xfrm>
            <a:off x="657477" y="270217"/>
            <a:ext cx="107725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Modals for advice.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1048BA-C991-5E73-8864-49494CCDEBFD}"/>
              </a:ext>
            </a:extLst>
          </p:cNvPr>
          <p:cNvSpPr txBox="1"/>
          <p:nvPr/>
        </p:nvSpPr>
        <p:spPr>
          <a:xfrm>
            <a:off x="818754" y="1443841"/>
            <a:ext cx="10554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use some modals to give advice to people. Every time we use modals, the verbs are used in simple form. The modals we can use are: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C1D8D37-72FA-A260-A3CD-4D3C99183D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189985"/>
              </p:ext>
            </p:extLst>
          </p:nvPr>
        </p:nvGraphicFramePr>
        <p:xfrm>
          <a:off x="818754" y="2536722"/>
          <a:ext cx="5945839" cy="1754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514F55D-0CB0-D030-D8AC-3B64251CB87A}"/>
              </a:ext>
            </a:extLst>
          </p:cNvPr>
          <p:cNvSpPr txBox="1"/>
          <p:nvPr/>
        </p:nvSpPr>
        <p:spPr>
          <a:xfrm>
            <a:off x="6980904" y="2536722"/>
            <a:ext cx="50734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 would visit Exedra.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 wouldn’t go to Lomas del Ajedrez at night.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Would you eat at “Las Espadas”?</a:t>
            </a:r>
          </a:p>
          <a:p>
            <a:r>
              <a:rPr lang="en-US" dirty="0"/>
              <a:t>     Yes, I would. / No, I wouldn’t.</a:t>
            </a:r>
          </a:p>
        </p:txBody>
      </p:sp>
    </p:spTree>
    <p:extLst>
      <p:ext uri="{BB962C8B-B14F-4D97-AF65-F5344CB8AC3E}">
        <p14:creationId xmlns:p14="http://schemas.microsoft.com/office/powerpoint/2010/main" val="2130342162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icrosu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Recorte</Template>
  <TotalTime>9257</TotalTime>
  <Words>1328</Words>
  <Application>Microsoft Office PowerPoint</Application>
  <PresentationFormat>Panorámica</PresentationFormat>
  <Paragraphs>197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Franklin Gothic Book</vt:lpstr>
      <vt:lpstr>Wingdings</vt:lpstr>
      <vt:lpstr>Recorte</vt:lpstr>
      <vt:lpstr>Progressive 1</vt:lpstr>
      <vt:lpstr>Unit 1</vt:lpstr>
      <vt:lpstr>Presentación de PowerPoint</vt:lpstr>
      <vt:lpstr>Presentación de PowerPoint</vt:lpstr>
      <vt:lpstr>Presentación de PowerPoint</vt:lpstr>
      <vt:lpstr>Unit 2</vt:lpstr>
      <vt:lpstr>Presentación de PowerPoint</vt:lpstr>
      <vt:lpstr>Presentación de PowerPoint</vt:lpstr>
      <vt:lpstr>Presentación de PowerPoint</vt:lpstr>
      <vt:lpstr>Unit 3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Progressive 1</dc:title>
  <dc:creator>Joan Cabrera Martinez</dc:creator>
  <cp:lastModifiedBy>Joan Manuel Cabrera Martinez</cp:lastModifiedBy>
  <cp:revision>1</cp:revision>
  <dcterms:created xsi:type="dcterms:W3CDTF">2025-03-01T02:50:11Z</dcterms:created>
  <dcterms:modified xsi:type="dcterms:W3CDTF">2026-06-20T15:59:13Z</dcterms:modified>
</cp:coreProperties>
</file>