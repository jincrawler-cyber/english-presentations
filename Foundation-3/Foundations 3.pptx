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6"/>
  </p:notesMasterIdLst>
  <p:sldIdLst>
    <p:sldId id="257" r:id="rId2"/>
    <p:sldId id="265" r:id="rId3"/>
    <p:sldId id="258" r:id="rId4"/>
    <p:sldId id="261" r:id="rId5"/>
    <p:sldId id="259" r:id="rId6"/>
    <p:sldId id="264" r:id="rId7"/>
    <p:sldId id="279" r:id="rId8"/>
    <p:sldId id="280" r:id="rId9"/>
    <p:sldId id="266" r:id="rId10"/>
    <p:sldId id="260" r:id="rId11"/>
    <p:sldId id="267" r:id="rId12"/>
    <p:sldId id="278" r:id="rId13"/>
    <p:sldId id="281" r:id="rId14"/>
    <p:sldId id="28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FA51CF-CF39-4F73-9578-7B3E07EDAADF}" v="1" dt="2026-01-09T13:33:56.6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n Manuel Cabrera Martinez" userId="de830f41c0398f66" providerId="LiveId" clId="{1240F3F0-8636-4DC8-9D60-106172F8E104}"/>
    <pc:docChg chg="undo redo custSel addSld delSld modSld sldOrd">
      <pc:chgData name="Joan Manuel Cabrera Martinez" userId="de830f41c0398f66" providerId="LiveId" clId="{1240F3F0-8636-4DC8-9D60-106172F8E104}" dt="2026-01-09T13:34:12.797" v="3079" actId="20577"/>
      <pc:docMkLst>
        <pc:docMk/>
      </pc:docMkLst>
      <pc:sldChg chg="addSp modSp mod ord">
        <pc:chgData name="Joan Manuel Cabrera Martinez" userId="de830f41c0398f66" providerId="LiveId" clId="{1240F3F0-8636-4DC8-9D60-106172F8E104}" dt="2026-01-09T13:34:12.797" v="3079" actId="20577"/>
        <pc:sldMkLst>
          <pc:docMk/>
          <pc:sldMk cId="2606702154" sldId="261"/>
        </pc:sldMkLst>
        <pc:graphicFrameChg chg="add mod modGraphic">
          <ac:chgData name="Joan Manuel Cabrera Martinez" userId="de830f41c0398f66" providerId="LiveId" clId="{1240F3F0-8636-4DC8-9D60-106172F8E104}" dt="2026-01-09T13:34:12.797" v="3079" actId="20577"/>
          <ac:graphicFrameMkLst>
            <pc:docMk/>
            <pc:sldMk cId="2606702154" sldId="261"/>
            <ac:graphicFrameMk id="5" creationId="{FCAE986C-382C-9591-0F08-6E5923643DEA}"/>
          </ac:graphicFrameMkLst>
        </pc:graphicFrameChg>
        <pc:graphicFrameChg chg="modGraphic">
          <ac:chgData name="Joan Manuel Cabrera Martinez" userId="de830f41c0398f66" providerId="LiveId" clId="{1240F3F0-8636-4DC8-9D60-106172F8E104}" dt="2026-01-09T13:33:36.057" v="3066" actId="14734"/>
          <ac:graphicFrameMkLst>
            <pc:docMk/>
            <pc:sldMk cId="2606702154" sldId="261"/>
            <ac:graphicFrameMk id="6" creationId="{B3F55145-D7D2-26D9-234C-BA6F8B3D600C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Total score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shade val="48000"/>
                      <a:satMod val="180000"/>
                      <a:lumMod val="94000"/>
                    </a:schemeClr>
                  </a:gs>
                  <a:gs pos="100000">
                    <a:schemeClr val="accent1">
                      <a:shade val="48000"/>
                      <a:satMod val="180000"/>
                      <a:lumMod val="94000"/>
                    </a:schemeClr>
                  </a:gs>
                </a:gsLst>
                <a:lin ang="4140000" scaled="1"/>
              </a:gradFill>
              <a:ln>
                <a:noFill/>
              </a:ln>
              <a:effectLst>
                <a:outerShdw blurRad="114300" dist="114300" dir="5400000" rotWithShape="0">
                  <a:srgbClr val="000000">
                    <a:alpha val="7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plastic">
                <a:bevelT w="38100" h="31750"/>
              </a:sp3d>
            </c:spPr>
            <c:extLst>
              <c:ext xmlns:c16="http://schemas.microsoft.com/office/drawing/2014/chart" uri="{C3380CC4-5D6E-409C-BE32-E72D297353CC}">
                <c16:uniqueId val="{00000001-F2FB-44E5-862B-25A85F50B1C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shade val="48000"/>
                      <a:satMod val="180000"/>
                      <a:lumMod val="94000"/>
                    </a:schemeClr>
                  </a:gs>
                  <a:gs pos="100000">
                    <a:schemeClr val="accent2">
                      <a:shade val="48000"/>
                      <a:satMod val="180000"/>
                      <a:lumMod val="94000"/>
                    </a:schemeClr>
                  </a:gs>
                </a:gsLst>
                <a:lin ang="4140000" scaled="1"/>
              </a:gradFill>
              <a:ln>
                <a:noFill/>
              </a:ln>
              <a:effectLst>
                <a:outerShdw blurRad="114300" dist="114300" dir="5400000" rotWithShape="0">
                  <a:srgbClr val="000000">
                    <a:alpha val="7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plastic">
                <a:bevelT w="38100" h="31750"/>
              </a:sp3d>
            </c:spPr>
            <c:extLst>
              <c:ext xmlns:c16="http://schemas.microsoft.com/office/drawing/2014/chart" uri="{C3380CC4-5D6E-409C-BE32-E72D297353CC}">
                <c16:uniqueId val="{00000001-8DF3-4107-B630-495BEFA1935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/>
                  </a:gs>
                  <a:gs pos="100000">
                    <a:schemeClr val="accent3">
                      <a:shade val="48000"/>
                      <a:satMod val="180000"/>
                      <a:lumMod val="94000"/>
                    </a:schemeClr>
                  </a:gs>
                  <a:gs pos="100000">
                    <a:schemeClr val="accent3">
                      <a:shade val="48000"/>
                      <a:satMod val="180000"/>
                      <a:lumMod val="94000"/>
                    </a:schemeClr>
                  </a:gs>
                </a:gsLst>
                <a:lin ang="4140000" scaled="1"/>
              </a:gradFill>
              <a:ln>
                <a:noFill/>
              </a:ln>
              <a:effectLst>
                <a:outerShdw blurRad="114300" dist="114300" dir="5400000" rotWithShape="0">
                  <a:srgbClr val="000000">
                    <a:alpha val="7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plastic">
                <a:bevelT w="38100" h="31750"/>
              </a:sp3d>
            </c:spPr>
            <c:extLst>
              <c:ext xmlns:c16="http://schemas.microsoft.com/office/drawing/2014/chart" uri="{C3380CC4-5D6E-409C-BE32-E72D297353CC}">
                <c16:uniqueId val="{00000005-F2FB-44E5-862B-25A85F50B1C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/>
                  </a:gs>
                  <a:gs pos="100000">
                    <a:schemeClr val="accent4">
                      <a:shade val="48000"/>
                      <a:satMod val="180000"/>
                      <a:lumMod val="94000"/>
                    </a:schemeClr>
                  </a:gs>
                  <a:gs pos="100000">
                    <a:schemeClr val="accent4">
                      <a:shade val="48000"/>
                      <a:satMod val="180000"/>
                      <a:lumMod val="94000"/>
                    </a:schemeClr>
                  </a:gs>
                </a:gsLst>
                <a:lin ang="4140000" scaled="1"/>
              </a:gradFill>
              <a:ln>
                <a:noFill/>
              </a:ln>
              <a:effectLst>
                <a:outerShdw blurRad="114300" dist="114300" dir="5400000" rotWithShape="0">
                  <a:srgbClr val="000000">
                    <a:alpha val="7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plastic">
                <a:bevelT w="38100" h="31750"/>
              </a:sp3d>
            </c:spPr>
            <c:extLst>
              <c:ext xmlns:c16="http://schemas.microsoft.com/office/drawing/2014/chart" uri="{C3380CC4-5D6E-409C-BE32-E72D297353CC}">
                <c16:uniqueId val="{00000007-F2FB-44E5-862B-25A85F50B1C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/>
                  </a:gs>
                  <a:gs pos="100000">
                    <a:schemeClr val="accent5">
                      <a:shade val="48000"/>
                      <a:satMod val="180000"/>
                      <a:lumMod val="94000"/>
                    </a:schemeClr>
                  </a:gs>
                  <a:gs pos="100000">
                    <a:schemeClr val="accent5">
                      <a:shade val="48000"/>
                      <a:satMod val="180000"/>
                      <a:lumMod val="94000"/>
                    </a:schemeClr>
                  </a:gs>
                </a:gsLst>
                <a:lin ang="4140000" scaled="1"/>
              </a:gradFill>
              <a:ln>
                <a:noFill/>
              </a:ln>
              <a:effectLst>
                <a:outerShdw blurRad="114300" dist="114300" dir="5400000" rotWithShape="0">
                  <a:srgbClr val="000000">
                    <a:alpha val="7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9800000"/>
                </a:lightRig>
              </a:scene3d>
              <a:sp3d prstMaterial="plastic">
                <a:bevelT w="38100" h="31750"/>
              </a:sp3d>
            </c:spPr>
            <c:extLst>
              <c:ext xmlns:c16="http://schemas.microsoft.com/office/drawing/2014/chart" uri="{C3380CC4-5D6E-409C-BE32-E72D297353CC}">
                <c16:uniqueId val="{00000002-8DF3-4107-B630-495BEFA1935E}"/>
              </c:ext>
            </c:extLst>
          </c:dPt>
          <c:dLbls>
            <c:delete val="1"/>
          </c:dLbls>
          <c:cat>
            <c:strRef>
              <c:f>Hoja1!$A$2:$A$6</c:f>
              <c:strCache>
                <c:ptCount val="5"/>
                <c:pt idx="0">
                  <c:v>Written</c:v>
                </c:pt>
                <c:pt idx="1">
                  <c:v>Cambridge</c:v>
                </c:pt>
                <c:pt idx="2">
                  <c:v>Quiz</c:v>
                </c:pt>
                <c:pt idx="3">
                  <c:v>Speaking</c:v>
                </c:pt>
                <c:pt idx="4">
                  <c:v>Participations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F3-4107-B630-495BEFA1935E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704C93-7F61-41DA-909E-935D6791AD13}" type="doc">
      <dgm:prSet loTypeId="urn:microsoft.com/office/officeart/2005/8/layout/lProcess1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141627-1E83-41A5-9A35-783A034274F2}">
      <dgm:prSet phldrT="[Texto]" phldr="0"/>
      <dgm:spPr/>
      <dgm:t>
        <a:bodyPr/>
        <a:lstStyle/>
        <a:p>
          <a:r>
            <a:rPr lang="en-US" noProof="0" dirty="0"/>
            <a:t>Subject</a:t>
          </a:r>
        </a:p>
      </dgm:t>
    </dgm:pt>
    <dgm:pt modelId="{3EFA363D-197B-4C11-AB32-4A9B269894F2}" type="parTrans" cxnId="{F2705CF9-0E0D-4626-A1E7-09B6BB38344C}">
      <dgm:prSet/>
      <dgm:spPr/>
      <dgm:t>
        <a:bodyPr/>
        <a:lstStyle/>
        <a:p>
          <a:endParaRPr lang="en-US"/>
        </a:p>
      </dgm:t>
    </dgm:pt>
    <dgm:pt modelId="{7B9F33DF-0CDE-4AB6-9B44-7D1DA61653AF}" type="sibTrans" cxnId="{F2705CF9-0E0D-4626-A1E7-09B6BB38344C}">
      <dgm:prSet/>
      <dgm:spPr/>
      <dgm:t>
        <a:bodyPr/>
        <a:lstStyle/>
        <a:p>
          <a:endParaRPr lang="en-US"/>
        </a:p>
      </dgm:t>
    </dgm:pt>
    <dgm:pt modelId="{FB33862A-C197-4265-A7B9-AAF699716051}">
      <dgm:prSet phldrT="[Texto]" phldr="0"/>
      <dgm:spPr/>
      <dgm:t>
        <a:bodyPr/>
        <a:lstStyle/>
        <a:p>
          <a:r>
            <a:rPr lang="en-US" noProof="0" dirty="0"/>
            <a:t>I</a:t>
          </a:r>
        </a:p>
      </dgm:t>
    </dgm:pt>
    <dgm:pt modelId="{B825E7EA-2030-40C9-AC0C-1BC31EBCEC3B}" type="parTrans" cxnId="{CF9F7EE4-C3D4-482B-8D55-A920C655BB98}">
      <dgm:prSet/>
      <dgm:spPr/>
      <dgm:t>
        <a:bodyPr/>
        <a:lstStyle/>
        <a:p>
          <a:endParaRPr lang="en-US"/>
        </a:p>
      </dgm:t>
    </dgm:pt>
    <dgm:pt modelId="{BC7807B4-DE23-4D0E-A4E0-2612D0E67D23}" type="sibTrans" cxnId="{CF9F7EE4-C3D4-482B-8D55-A920C655BB98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B7E758F-9F06-43D8-A9C1-D3D21CFDE6CB}">
      <dgm:prSet phldrT="[Texto]" phldr="0"/>
      <dgm:spPr/>
      <dgm:t>
        <a:bodyPr/>
        <a:lstStyle/>
        <a:p>
          <a:r>
            <a:rPr lang="en-US" noProof="0" dirty="0"/>
            <a:t>You</a:t>
          </a:r>
        </a:p>
      </dgm:t>
    </dgm:pt>
    <dgm:pt modelId="{A7884491-7090-4A51-98BB-DEB7C2FB4048}" type="parTrans" cxnId="{506BAED5-5086-481B-87DD-89731278E614}">
      <dgm:prSet/>
      <dgm:spPr/>
      <dgm:t>
        <a:bodyPr/>
        <a:lstStyle/>
        <a:p>
          <a:endParaRPr lang="en-US"/>
        </a:p>
      </dgm:t>
    </dgm:pt>
    <dgm:pt modelId="{1D09A6DF-14EF-4068-B3BC-A417B6551FBB}" type="sibTrans" cxnId="{506BAED5-5086-481B-87DD-89731278E614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769CE6EE-6A95-4BDD-85D3-83AE523D301F}">
      <dgm:prSet phldrT="[Texto]" phldr="0"/>
      <dgm:spPr/>
      <dgm:t>
        <a:bodyPr/>
        <a:lstStyle/>
        <a:p>
          <a:r>
            <a:rPr lang="en-US" noProof="0" dirty="0"/>
            <a:t>Possessive Adjective</a:t>
          </a:r>
        </a:p>
      </dgm:t>
    </dgm:pt>
    <dgm:pt modelId="{43798D83-864D-40DA-9A34-C2113FA3D94D}" type="parTrans" cxnId="{2E8BF71E-CD30-4593-A667-D9F8A8E5510E}">
      <dgm:prSet/>
      <dgm:spPr/>
      <dgm:t>
        <a:bodyPr/>
        <a:lstStyle/>
        <a:p>
          <a:endParaRPr lang="en-US"/>
        </a:p>
      </dgm:t>
    </dgm:pt>
    <dgm:pt modelId="{0456CED4-AE90-4522-AEEE-D9E60961BBA9}" type="sibTrans" cxnId="{2E8BF71E-CD30-4593-A667-D9F8A8E5510E}">
      <dgm:prSet/>
      <dgm:spPr/>
      <dgm:t>
        <a:bodyPr/>
        <a:lstStyle/>
        <a:p>
          <a:endParaRPr lang="en-US"/>
        </a:p>
      </dgm:t>
    </dgm:pt>
    <dgm:pt modelId="{E4B26424-02E3-43F5-83F4-CBB3BB0EBC7A}">
      <dgm:prSet phldrT="[Texto]" phldr="0"/>
      <dgm:spPr/>
      <dgm:t>
        <a:bodyPr/>
        <a:lstStyle/>
        <a:p>
          <a:r>
            <a:rPr lang="en-US" noProof="0" dirty="0"/>
            <a:t>My</a:t>
          </a:r>
        </a:p>
      </dgm:t>
    </dgm:pt>
    <dgm:pt modelId="{5295B42E-8AD0-4924-8968-DA1A4CF417E9}" type="parTrans" cxnId="{1F585C93-CEA7-4FDE-B5DC-17C7D8CF892A}">
      <dgm:prSet/>
      <dgm:spPr/>
      <dgm:t>
        <a:bodyPr/>
        <a:lstStyle/>
        <a:p>
          <a:endParaRPr lang="en-US"/>
        </a:p>
      </dgm:t>
    </dgm:pt>
    <dgm:pt modelId="{A5D3021E-796C-4E64-BA67-844A20FD498E}" type="sibTrans" cxnId="{1F585C93-CEA7-4FDE-B5DC-17C7D8CF892A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67D949EA-40D1-469C-8DBA-79545B7297F0}">
      <dgm:prSet phldrT="[Texto]" phldr="0"/>
      <dgm:spPr/>
      <dgm:t>
        <a:bodyPr/>
        <a:lstStyle/>
        <a:p>
          <a:r>
            <a:rPr lang="en-US" noProof="0" dirty="0"/>
            <a:t>Your</a:t>
          </a:r>
        </a:p>
      </dgm:t>
    </dgm:pt>
    <dgm:pt modelId="{837B08C0-5A8E-480C-8D64-6C43F7EF24D9}" type="parTrans" cxnId="{A93D223F-F68C-436B-957E-28A40E226690}">
      <dgm:prSet/>
      <dgm:spPr/>
      <dgm:t>
        <a:bodyPr/>
        <a:lstStyle/>
        <a:p>
          <a:endParaRPr lang="en-US"/>
        </a:p>
      </dgm:t>
    </dgm:pt>
    <dgm:pt modelId="{A850CF72-06B3-4756-B37C-6E71594B4C94}" type="sibTrans" cxnId="{A93D223F-F68C-436B-957E-28A40E226690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71C86AB-AB2E-4611-8C25-835428441751}">
      <dgm:prSet phldrT="[Texto]" phldr="0"/>
      <dgm:spPr/>
      <dgm:t>
        <a:bodyPr/>
        <a:lstStyle/>
        <a:p>
          <a:r>
            <a:rPr lang="en-US" noProof="0" dirty="0"/>
            <a:t>He</a:t>
          </a:r>
        </a:p>
      </dgm:t>
    </dgm:pt>
    <dgm:pt modelId="{ACF74E45-F8A6-4C15-8355-DC6E221C6195}" type="parTrans" cxnId="{D8B5CCBE-01AD-482C-9039-E0DEB75667F0}">
      <dgm:prSet/>
      <dgm:spPr/>
      <dgm:t>
        <a:bodyPr/>
        <a:lstStyle/>
        <a:p>
          <a:endParaRPr lang="en-US"/>
        </a:p>
      </dgm:t>
    </dgm:pt>
    <dgm:pt modelId="{0EF2A7A5-2F58-4702-9443-6DCD10DC7132}" type="sibTrans" cxnId="{D8B5CCBE-01AD-482C-9039-E0DEB75667F0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FB123F2-0AC9-4EF1-8C1E-D179BC2187DE}">
      <dgm:prSet phldrT="[Texto]" phldr="0"/>
      <dgm:spPr/>
      <dgm:t>
        <a:bodyPr/>
        <a:lstStyle/>
        <a:p>
          <a:r>
            <a:rPr lang="en-US" noProof="0" dirty="0"/>
            <a:t>She</a:t>
          </a:r>
        </a:p>
      </dgm:t>
    </dgm:pt>
    <dgm:pt modelId="{5B17B0E0-9420-40B7-8E6E-EE3BE79E7638}" type="parTrans" cxnId="{09B5C526-1277-4C57-B335-2FB437E3F2BD}">
      <dgm:prSet/>
      <dgm:spPr/>
      <dgm:t>
        <a:bodyPr/>
        <a:lstStyle/>
        <a:p>
          <a:endParaRPr lang="en-US"/>
        </a:p>
      </dgm:t>
    </dgm:pt>
    <dgm:pt modelId="{708893A7-E2B4-4E97-9F52-824061B7B00A}" type="sibTrans" cxnId="{09B5C526-1277-4C57-B335-2FB437E3F2B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88E1BC9-3961-41A8-9420-E0C7283EE616}">
      <dgm:prSet phldrT="[Texto]" phldr="0"/>
      <dgm:spPr/>
      <dgm:t>
        <a:bodyPr/>
        <a:lstStyle/>
        <a:p>
          <a:r>
            <a:rPr lang="en-US" noProof="0" dirty="0"/>
            <a:t>It</a:t>
          </a:r>
        </a:p>
      </dgm:t>
    </dgm:pt>
    <dgm:pt modelId="{A3B8BD66-B54B-4427-8283-00E21EF19BCA}" type="parTrans" cxnId="{72964B28-8B20-4F61-844D-6F7A98255007}">
      <dgm:prSet/>
      <dgm:spPr/>
      <dgm:t>
        <a:bodyPr/>
        <a:lstStyle/>
        <a:p>
          <a:endParaRPr lang="en-US"/>
        </a:p>
      </dgm:t>
    </dgm:pt>
    <dgm:pt modelId="{1A38D6FA-9B2D-4153-BBD7-9BF387CDCC70}" type="sibTrans" cxnId="{72964B28-8B20-4F61-844D-6F7A98255007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6BCD5DC3-8D89-4EC8-B7AB-D1D7B27B4B68}">
      <dgm:prSet phldrT="[Texto]" phldr="0"/>
      <dgm:spPr/>
      <dgm:t>
        <a:bodyPr/>
        <a:lstStyle/>
        <a:p>
          <a:r>
            <a:rPr lang="en-US" noProof="0" dirty="0"/>
            <a:t>We</a:t>
          </a:r>
        </a:p>
      </dgm:t>
    </dgm:pt>
    <dgm:pt modelId="{FB1004F1-10DF-4A31-AF1D-FB0EF7529157}" type="parTrans" cxnId="{D5DACCDD-2743-4392-A5EA-A0BB582BADBF}">
      <dgm:prSet/>
      <dgm:spPr/>
      <dgm:t>
        <a:bodyPr/>
        <a:lstStyle/>
        <a:p>
          <a:endParaRPr lang="en-US"/>
        </a:p>
      </dgm:t>
    </dgm:pt>
    <dgm:pt modelId="{D4D763FF-2A38-48DB-ADEB-B0BF66DA37FC}" type="sibTrans" cxnId="{D5DACCDD-2743-4392-A5EA-A0BB582BADBF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998B208A-9134-4B7B-B8A5-42C51A4322B6}">
      <dgm:prSet phldrT="[Texto]" phldr="0"/>
      <dgm:spPr/>
      <dgm:t>
        <a:bodyPr/>
        <a:lstStyle/>
        <a:p>
          <a:r>
            <a:rPr lang="en-US" noProof="0" dirty="0"/>
            <a:t>You</a:t>
          </a:r>
        </a:p>
      </dgm:t>
    </dgm:pt>
    <dgm:pt modelId="{F0BD8171-D629-4CBE-9849-CA4B7433E235}" type="parTrans" cxnId="{BEBB7FAE-DF62-401B-A30E-32D19904890E}">
      <dgm:prSet/>
      <dgm:spPr/>
      <dgm:t>
        <a:bodyPr/>
        <a:lstStyle/>
        <a:p>
          <a:endParaRPr lang="en-US"/>
        </a:p>
      </dgm:t>
    </dgm:pt>
    <dgm:pt modelId="{371ED0A9-182C-429C-87CF-8993295645C6}" type="sibTrans" cxnId="{BEBB7FAE-DF62-401B-A30E-32D19904890E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3AEADF55-8DE1-4322-8C5A-97F332E11399}">
      <dgm:prSet phldrT="[Texto]" phldr="0"/>
      <dgm:spPr/>
      <dgm:t>
        <a:bodyPr/>
        <a:lstStyle/>
        <a:p>
          <a:r>
            <a:rPr lang="en-US" noProof="0" dirty="0"/>
            <a:t>They</a:t>
          </a:r>
        </a:p>
      </dgm:t>
    </dgm:pt>
    <dgm:pt modelId="{9FE7178F-B858-40FC-8CA3-55D95F4DD844}" type="parTrans" cxnId="{A8DEC10E-467D-412E-8B78-3C8268D99E0C}">
      <dgm:prSet/>
      <dgm:spPr/>
      <dgm:t>
        <a:bodyPr/>
        <a:lstStyle/>
        <a:p>
          <a:endParaRPr lang="en-US"/>
        </a:p>
      </dgm:t>
    </dgm:pt>
    <dgm:pt modelId="{D41BF403-4CF1-4151-9777-4FD43BE2BA55}" type="sibTrans" cxnId="{A8DEC10E-467D-412E-8B78-3C8268D99E0C}">
      <dgm:prSet/>
      <dgm:spPr/>
      <dgm:t>
        <a:bodyPr/>
        <a:lstStyle/>
        <a:p>
          <a:endParaRPr lang="en-US"/>
        </a:p>
      </dgm:t>
    </dgm:pt>
    <dgm:pt modelId="{3D2FBB57-0CB1-4D88-B69E-9E674FE69FEF}">
      <dgm:prSet phldrT="[Texto]" phldr="0"/>
      <dgm:spPr/>
      <dgm:t>
        <a:bodyPr/>
        <a:lstStyle/>
        <a:p>
          <a:r>
            <a:rPr lang="en-US" noProof="0" dirty="0"/>
            <a:t>His</a:t>
          </a:r>
        </a:p>
      </dgm:t>
    </dgm:pt>
    <dgm:pt modelId="{3F33F02F-9DEF-48CB-BA19-8C6C422E709D}" type="parTrans" cxnId="{48EA8A64-0C13-44D0-85D7-FCD99F8D4CFF}">
      <dgm:prSet/>
      <dgm:spPr/>
      <dgm:t>
        <a:bodyPr/>
        <a:lstStyle/>
        <a:p>
          <a:endParaRPr lang="en-US"/>
        </a:p>
      </dgm:t>
    </dgm:pt>
    <dgm:pt modelId="{7FD4EA3E-42B9-4E15-B062-B13025B26404}" type="sibTrans" cxnId="{48EA8A64-0C13-44D0-85D7-FCD99F8D4CFF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E42EF4AD-9294-4C88-9A8C-EB1E50BDA925}">
      <dgm:prSet phldrT="[Texto]" phldr="0"/>
      <dgm:spPr/>
      <dgm:t>
        <a:bodyPr/>
        <a:lstStyle/>
        <a:p>
          <a:r>
            <a:rPr lang="en-US" noProof="0" dirty="0"/>
            <a:t>Her</a:t>
          </a:r>
        </a:p>
      </dgm:t>
    </dgm:pt>
    <dgm:pt modelId="{EF35A4DB-3280-4425-94E3-E304E1CA9EF5}" type="parTrans" cxnId="{AD396447-11F5-4EB8-820C-8F9A132E131E}">
      <dgm:prSet/>
      <dgm:spPr/>
      <dgm:t>
        <a:bodyPr/>
        <a:lstStyle/>
        <a:p>
          <a:endParaRPr lang="en-US"/>
        </a:p>
      </dgm:t>
    </dgm:pt>
    <dgm:pt modelId="{AC396E28-A040-4444-9CAB-DB7C2C49131E}" type="sibTrans" cxnId="{AD396447-11F5-4EB8-820C-8F9A132E131E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6E0E65C2-3BB5-4274-97B8-644347C4D412}">
      <dgm:prSet phldrT="[Texto]" phldr="0"/>
      <dgm:spPr/>
      <dgm:t>
        <a:bodyPr/>
        <a:lstStyle/>
        <a:p>
          <a:r>
            <a:rPr lang="en-US" noProof="0" dirty="0"/>
            <a:t>Its</a:t>
          </a:r>
        </a:p>
      </dgm:t>
    </dgm:pt>
    <dgm:pt modelId="{111706F6-269C-4A52-BDDF-F62F2341C4CB}" type="parTrans" cxnId="{3C0EBD83-B0C9-4C61-8E76-8C8C81F6A9D6}">
      <dgm:prSet/>
      <dgm:spPr/>
      <dgm:t>
        <a:bodyPr/>
        <a:lstStyle/>
        <a:p>
          <a:endParaRPr lang="en-US"/>
        </a:p>
      </dgm:t>
    </dgm:pt>
    <dgm:pt modelId="{C6496728-346E-449D-B107-B3A54B869813}" type="sibTrans" cxnId="{3C0EBD83-B0C9-4C61-8E76-8C8C81F6A9D6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077F92DD-590D-4145-AF62-C2DD706CA414}">
      <dgm:prSet phldrT="[Texto]" phldr="0"/>
      <dgm:spPr/>
      <dgm:t>
        <a:bodyPr/>
        <a:lstStyle/>
        <a:p>
          <a:r>
            <a:rPr lang="en-US" noProof="0" dirty="0"/>
            <a:t>Our</a:t>
          </a:r>
        </a:p>
      </dgm:t>
    </dgm:pt>
    <dgm:pt modelId="{6F56C1D8-3615-44F8-9AC2-3176CF23E4BA}" type="parTrans" cxnId="{C500B849-A0DD-460E-AA01-ECE2CE6BA74D}">
      <dgm:prSet/>
      <dgm:spPr/>
      <dgm:t>
        <a:bodyPr/>
        <a:lstStyle/>
        <a:p>
          <a:endParaRPr lang="en-US"/>
        </a:p>
      </dgm:t>
    </dgm:pt>
    <dgm:pt modelId="{6B341390-687B-4E52-81D2-EB48C10B1432}" type="sibTrans" cxnId="{C500B849-A0DD-460E-AA01-ECE2CE6BA74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A81AA2F8-857F-4A5B-9352-208139464856}">
      <dgm:prSet phldrT="[Texto]" phldr="0"/>
      <dgm:spPr/>
      <dgm:t>
        <a:bodyPr/>
        <a:lstStyle/>
        <a:p>
          <a:r>
            <a:rPr lang="en-US" noProof="0" dirty="0"/>
            <a:t>Your</a:t>
          </a:r>
        </a:p>
      </dgm:t>
    </dgm:pt>
    <dgm:pt modelId="{FC0F1AC5-652B-4E20-AE8D-CE0720AC6B5C}" type="parTrans" cxnId="{D0DD119F-83E2-48F0-B56A-2DF08FEC37D4}">
      <dgm:prSet/>
      <dgm:spPr/>
      <dgm:t>
        <a:bodyPr/>
        <a:lstStyle/>
        <a:p>
          <a:endParaRPr lang="en-US"/>
        </a:p>
      </dgm:t>
    </dgm:pt>
    <dgm:pt modelId="{4EE09E7A-92DB-4E32-B12B-6DC9361B822C}" type="sibTrans" cxnId="{D0DD119F-83E2-48F0-B56A-2DF08FEC37D4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F41547DD-C04D-4B62-9E7F-238D8A0F82B5}">
      <dgm:prSet phldrT="[Texto]" phldr="0"/>
      <dgm:spPr/>
      <dgm:t>
        <a:bodyPr/>
        <a:lstStyle/>
        <a:p>
          <a:r>
            <a:rPr lang="en-US" noProof="0" dirty="0"/>
            <a:t>Their</a:t>
          </a:r>
        </a:p>
      </dgm:t>
    </dgm:pt>
    <dgm:pt modelId="{82F2CC79-3B01-4EEA-9B9B-C8A3777F71BF}" type="parTrans" cxnId="{2649126F-9D91-4DE1-9FDE-D22DB91D0879}">
      <dgm:prSet/>
      <dgm:spPr/>
      <dgm:t>
        <a:bodyPr/>
        <a:lstStyle/>
        <a:p>
          <a:endParaRPr lang="en-US"/>
        </a:p>
      </dgm:t>
    </dgm:pt>
    <dgm:pt modelId="{7313333C-9379-48C4-AAEA-D406D3B2AB93}" type="sibTrans" cxnId="{2649126F-9D91-4DE1-9FDE-D22DB91D0879}">
      <dgm:prSet/>
      <dgm:spPr/>
      <dgm:t>
        <a:bodyPr/>
        <a:lstStyle/>
        <a:p>
          <a:endParaRPr lang="en-US"/>
        </a:p>
      </dgm:t>
    </dgm:pt>
    <dgm:pt modelId="{7C2903C4-32C1-4E96-BFD9-FDC0DF5DB6B5}" type="pres">
      <dgm:prSet presAssocID="{6F704C93-7F61-41DA-909E-935D6791AD13}" presName="Name0" presStyleCnt="0">
        <dgm:presLayoutVars>
          <dgm:dir/>
          <dgm:animLvl val="lvl"/>
          <dgm:resizeHandles val="exact"/>
        </dgm:presLayoutVars>
      </dgm:prSet>
      <dgm:spPr/>
    </dgm:pt>
    <dgm:pt modelId="{8F19CBB6-E345-45BE-A578-193FB888FA6A}" type="pres">
      <dgm:prSet presAssocID="{90141627-1E83-41A5-9A35-783A034274F2}" presName="vertFlow" presStyleCnt="0"/>
      <dgm:spPr/>
    </dgm:pt>
    <dgm:pt modelId="{1E79D66E-E6D8-47C3-A358-1B6A437993AA}" type="pres">
      <dgm:prSet presAssocID="{90141627-1E83-41A5-9A35-783A034274F2}" presName="header" presStyleLbl="node1" presStyleIdx="0" presStyleCnt="2" custScaleX="59818" custLinFactNeighborX="-36497" custLinFactNeighborY="577"/>
      <dgm:spPr/>
    </dgm:pt>
    <dgm:pt modelId="{A5434FC1-E0D7-42EC-A3B2-4E02DB61F578}" type="pres">
      <dgm:prSet presAssocID="{B825E7EA-2030-40C9-AC0C-1BC31EBCEC3B}" presName="parTrans" presStyleLbl="sibTrans2D1" presStyleIdx="0" presStyleCnt="16"/>
      <dgm:spPr/>
    </dgm:pt>
    <dgm:pt modelId="{E1934D82-0EF9-4A8A-8848-C8E1552C774C}" type="pres">
      <dgm:prSet presAssocID="{FB33862A-C197-4265-A7B9-AAF699716051}" presName="child" presStyleLbl="alignAccFollowNode1" presStyleIdx="0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F15C0168-52AC-4A41-BDEF-F250F82109A5}" type="pres">
      <dgm:prSet presAssocID="{BC7807B4-DE23-4D0E-A4E0-2612D0E67D23}" presName="sibTrans" presStyleLbl="sibTrans2D1" presStyleIdx="1" presStyleCnt="16"/>
      <dgm:spPr/>
    </dgm:pt>
    <dgm:pt modelId="{48B814C4-DCBC-4DDF-8CF5-F48407274C08}" type="pres">
      <dgm:prSet presAssocID="{DB7E758F-9F06-43D8-A9C1-D3D21CFDE6CB}" presName="child" presStyleLbl="alignAccFollowNode1" presStyleIdx="1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BA71DD88-B1F2-4A92-AD63-0A992D0D0810}" type="pres">
      <dgm:prSet presAssocID="{1D09A6DF-14EF-4068-B3BC-A417B6551FBB}" presName="sibTrans" presStyleLbl="sibTrans2D1" presStyleIdx="2" presStyleCnt="16"/>
      <dgm:spPr/>
    </dgm:pt>
    <dgm:pt modelId="{EA585E81-AD17-4257-AFE9-60B4A11FE0DA}" type="pres">
      <dgm:prSet presAssocID="{271C86AB-AB2E-4611-8C25-835428441751}" presName="child" presStyleLbl="alignAccFollowNode1" presStyleIdx="2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644A898D-19DD-435D-A9E7-8BDC6DA58D8C}" type="pres">
      <dgm:prSet presAssocID="{0EF2A7A5-2F58-4702-9443-6DCD10DC7132}" presName="sibTrans" presStyleLbl="sibTrans2D1" presStyleIdx="3" presStyleCnt="16"/>
      <dgm:spPr/>
    </dgm:pt>
    <dgm:pt modelId="{CFBBD16C-212C-4860-AB87-1A7A7E0A95DD}" type="pres">
      <dgm:prSet presAssocID="{DFB123F2-0AC9-4EF1-8C1E-D179BC2187DE}" presName="child" presStyleLbl="alignAccFollowNode1" presStyleIdx="3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1932DB29-1943-4D70-8BE7-E1FB5167CBA1}" type="pres">
      <dgm:prSet presAssocID="{708893A7-E2B4-4E97-9F52-824061B7B00A}" presName="sibTrans" presStyleLbl="sibTrans2D1" presStyleIdx="4" presStyleCnt="16"/>
      <dgm:spPr/>
    </dgm:pt>
    <dgm:pt modelId="{1D2FE5C8-1893-442F-A14F-F34173CB198E}" type="pres">
      <dgm:prSet presAssocID="{D88E1BC9-3961-41A8-9420-E0C7283EE616}" presName="child" presStyleLbl="alignAccFollowNode1" presStyleIdx="4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109F74AB-DF5A-4DE5-8068-EABDE56709EA}" type="pres">
      <dgm:prSet presAssocID="{1A38D6FA-9B2D-4153-BBD7-9BF387CDCC70}" presName="sibTrans" presStyleLbl="sibTrans2D1" presStyleIdx="5" presStyleCnt="16"/>
      <dgm:spPr/>
    </dgm:pt>
    <dgm:pt modelId="{37D05A51-2163-4CB8-B884-A146C062D8B8}" type="pres">
      <dgm:prSet presAssocID="{6BCD5DC3-8D89-4EC8-B7AB-D1D7B27B4B68}" presName="child" presStyleLbl="alignAccFollowNode1" presStyleIdx="5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0DE60DAA-23B7-46F7-88F4-FA9DD7B8EAA7}" type="pres">
      <dgm:prSet presAssocID="{D4D763FF-2A38-48DB-ADEB-B0BF66DA37FC}" presName="sibTrans" presStyleLbl="sibTrans2D1" presStyleIdx="6" presStyleCnt="16"/>
      <dgm:spPr/>
    </dgm:pt>
    <dgm:pt modelId="{B66E4098-45CD-4571-B28B-2A6ECB93792D}" type="pres">
      <dgm:prSet presAssocID="{998B208A-9134-4B7B-B8A5-42C51A4322B6}" presName="child" presStyleLbl="alignAccFollowNode1" presStyleIdx="6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8DCBE9C8-F60F-48B5-8633-3DCBE709E995}" type="pres">
      <dgm:prSet presAssocID="{371ED0A9-182C-429C-87CF-8993295645C6}" presName="sibTrans" presStyleLbl="sibTrans2D1" presStyleIdx="7" presStyleCnt="16"/>
      <dgm:spPr/>
    </dgm:pt>
    <dgm:pt modelId="{5A001CEB-11D9-47E7-83B0-7674C4AA8E39}" type="pres">
      <dgm:prSet presAssocID="{3AEADF55-8DE1-4322-8C5A-97F332E11399}" presName="child" presStyleLbl="alignAccFollowNode1" presStyleIdx="7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EB8BFCB8-7175-4628-A3F9-E79AE7F4A826}" type="pres">
      <dgm:prSet presAssocID="{90141627-1E83-41A5-9A35-783A034274F2}" presName="hSp" presStyleCnt="0"/>
      <dgm:spPr/>
    </dgm:pt>
    <dgm:pt modelId="{0BBAE4B1-5911-4DF6-B0D3-83D7F44C1E9E}" type="pres">
      <dgm:prSet presAssocID="{769CE6EE-6A95-4BDD-85D3-83AE523D301F}" presName="vertFlow" presStyleCnt="0"/>
      <dgm:spPr/>
    </dgm:pt>
    <dgm:pt modelId="{46609292-F869-4BB6-8978-6D44D7D6BF72}" type="pres">
      <dgm:prSet presAssocID="{769CE6EE-6A95-4BDD-85D3-83AE523D301F}" presName="header" presStyleLbl="node1" presStyleIdx="1" presStyleCnt="2" custScaleX="59818" custLinFactNeighborX="43957" custLinFactNeighborY="-13513"/>
      <dgm:spPr/>
    </dgm:pt>
    <dgm:pt modelId="{5FCC2974-A824-439E-9180-8798A2385AFC}" type="pres">
      <dgm:prSet presAssocID="{5295B42E-8AD0-4924-8968-DA1A4CF417E9}" presName="parTrans" presStyleLbl="sibTrans2D1" presStyleIdx="8" presStyleCnt="16"/>
      <dgm:spPr/>
    </dgm:pt>
    <dgm:pt modelId="{39B82A7B-FE63-4256-B46C-827E8FEAB082}" type="pres">
      <dgm:prSet presAssocID="{E4B26424-02E3-43F5-83F4-CBB3BB0EBC7A}" presName="child" presStyleLbl="alignAccFollowNode1" presStyleIdx="8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FE9133AE-4DDE-492F-AD62-128CFBBD76B3}" type="pres">
      <dgm:prSet presAssocID="{A5D3021E-796C-4E64-BA67-844A20FD498E}" presName="sibTrans" presStyleLbl="sibTrans2D1" presStyleIdx="9" presStyleCnt="16"/>
      <dgm:spPr/>
    </dgm:pt>
    <dgm:pt modelId="{9B4CE390-C153-4613-893F-17C35B5464B3}" type="pres">
      <dgm:prSet presAssocID="{67D949EA-40D1-469C-8DBA-79545B7297F0}" presName="child" presStyleLbl="alignAccFollowNode1" presStyleIdx="9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D5B92D52-EE3F-4112-B3E3-B0041B65FA48}" type="pres">
      <dgm:prSet presAssocID="{A850CF72-06B3-4756-B37C-6E71594B4C94}" presName="sibTrans" presStyleLbl="sibTrans2D1" presStyleIdx="10" presStyleCnt="16"/>
      <dgm:spPr/>
    </dgm:pt>
    <dgm:pt modelId="{A0155A43-A718-4615-BF37-CC90B1CE7F7B}" type="pres">
      <dgm:prSet presAssocID="{3D2FBB57-0CB1-4D88-B69E-9E674FE69FEF}" presName="child" presStyleLbl="alignAccFollowNode1" presStyleIdx="10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C51AEB3F-8829-4660-8D8A-C5A37024A61E}" type="pres">
      <dgm:prSet presAssocID="{7FD4EA3E-42B9-4E15-B062-B13025B26404}" presName="sibTrans" presStyleLbl="sibTrans2D1" presStyleIdx="11" presStyleCnt="16"/>
      <dgm:spPr/>
    </dgm:pt>
    <dgm:pt modelId="{1C50F2C3-398C-4BC7-B7A2-C4CC1B555BCB}" type="pres">
      <dgm:prSet presAssocID="{E42EF4AD-9294-4C88-9A8C-EB1E50BDA925}" presName="child" presStyleLbl="alignAccFollowNode1" presStyleIdx="11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21863CFF-A123-454D-B16C-EFDAF0509C48}" type="pres">
      <dgm:prSet presAssocID="{AC396E28-A040-4444-9CAB-DB7C2C49131E}" presName="sibTrans" presStyleLbl="sibTrans2D1" presStyleIdx="12" presStyleCnt="16"/>
      <dgm:spPr/>
    </dgm:pt>
    <dgm:pt modelId="{16E3BCFC-AB4B-410D-AA5B-284362535FAD}" type="pres">
      <dgm:prSet presAssocID="{6E0E65C2-3BB5-4274-97B8-644347C4D412}" presName="child" presStyleLbl="alignAccFollowNode1" presStyleIdx="12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7EAA9D4E-BD93-49E0-A4A0-5B1412860A1E}" type="pres">
      <dgm:prSet presAssocID="{C6496728-346E-449D-B107-B3A54B869813}" presName="sibTrans" presStyleLbl="sibTrans2D1" presStyleIdx="13" presStyleCnt="16"/>
      <dgm:spPr/>
    </dgm:pt>
    <dgm:pt modelId="{F89FBA11-5557-43FA-93F8-4D87E9C2B4F0}" type="pres">
      <dgm:prSet presAssocID="{077F92DD-590D-4145-AF62-C2DD706CA414}" presName="child" presStyleLbl="alignAccFollowNode1" presStyleIdx="13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4718A2B1-AB82-4279-B27E-8E006716C5D3}" type="pres">
      <dgm:prSet presAssocID="{6B341390-687B-4E52-81D2-EB48C10B1432}" presName="sibTrans" presStyleLbl="sibTrans2D1" presStyleIdx="14" presStyleCnt="16"/>
      <dgm:spPr/>
    </dgm:pt>
    <dgm:pt modelId="{B9AE49B7-F1BC-4E49-9A39-19FA001EB53E}" type="pres">
      <dgm:prSet presAssocID="{A81AA2F8-857F-4A5B-9352-208139464856}" presName="child" presStyleLbl="alignAccFollowNode1" presStyleIdx="14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D2394897-9D33-47DF-98BA-53829A48FE54}" type="pres">
      <dgm:prSet presAssocID="{4EE09E7A-92DB-4E32-B12B-6DC9361B822C}" presName="sibTrans" presStyleLbl="sibTrans2D1" presStyleIdx="15" presStyleCnt="16"/>
      <dgm:spPr/>
    </dgm:pt>
    <dgm:pt modelId="{BE1C4F8D-4EFE-4FF0-975C-0642E472A852}" type="pres">
      <dgm:prSet presAssocID="{F41547DD-C04D-4B62-9E7F-238D8A0F82B5}" presName="child" presStyleLbl="alignAccFollowNode1" presStyleIdx="15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</dgm:ptLst>
  <dgm:cxnLst>
    <dgm:cxn modelId="{A8DEC10E-467D-412E-8B78-3C8268D99E0C}" srcId="{90141627-1E83-41A5-9A35-783A034274F2}" destId="{3AEADF55-8DE1-4322-8C5A-97F332E11399}" srcOrd="7" destOrd="0" parTransId="{9FE7178F-B858-40FC-8CA3-55D95F4DD844}" sibTransId="{D41BF403-4CF1-4151-9777-4FD43BE2BA55}"/>
    <dgm:cxn modelId="{CF17EC1E-9643-4302-A84A-7A7AB6622902}" type="presOf" srcId="{708893A7-E2B4-4E97-9F52-824061B7B00A}" destId="{1932DB29-1943-4D70-8BE7-E1FB5167CBA1}" srcOrd="0" destOrd="0" presId="urn:microsoft.com/office/officeart/2005/8/layout/lProcess1"/>
    <dgm:cxn modelId="{2E8BF71E-CD30-4593-A667-D9F8A8E5510E}" srcId="{6F704C93-7F61-41DA-909E-935D6791AD13}" destId="{769CE6EE-6A95-4BDD-85D3-83AE523D301F}" srcOrd="1" destOrd="0" parTransId="{43798D83-864D-40DA-9A34-C2113FA3D94D}" sibTransId="{0456CED4-AE90-4522-AEEE-D9E60961BBA9}"/>
    <dgm:cxn modelId="{6219F822-975C-4097-B864-A25BB645EB05}" type="presOf" srcId="{DB7E758F-9F06-43D8-A9C1-D3D21CFDE6CB}" destId="{48B814C4-DCBC-4DDF-8CF5-F48407274C08}" srcOrd="0" destOrd="0" presId="urn:microsoft.com/office/officeart/2005/8/layout/lProcess1"/>
    <dgm:cxn modelId="{6D6A5524-E67B-4350-8137-DF248088BA09}" type="presOf" srcId="{D88E1BC9-3961-41A8-9420-E0C7283EE616}" destId="{1D2FE5C8-1893-442F-A14F-F34173CB198E}" srcOrd="0" destOrd="0" presId="urn:microsoft.com/office/officeart/2005/8/layout/lProcess1"/>
    <dgm:cxn modelId="{09B5C526-1277-4C57-B335-2FB437E3F2BD}" srcId="{90141627-1E83-41A5-9A35-783A034274F2}" destId="{DFB123F2-0AC9-4EF1-8C1E-D179BC2187DE}" srcOrd="3" destOrd="0" parTransId="{5B17B0E0-9420-40B7-8E6E-EE3BE79E7638}" sibTransId="{708893A7-E2B4-4E97-9F52-824061B7B00A}"/>
    <dgm:cxn modelId="{72964B28-8B20-4F61-844D-6F7A98255007}" srcId="{90141627-1E83-41A5-9A35-783A034274F2}" destId="{D88E1BC9-3961-41A8-9420-E0C7283EE616}" srcOrd="4" destOrd="0" parTransId="{A3B8BD66-B54B-4427-8283-00E21EF19BCA}" sibTransId="{1A38D6FA-9B2D-4153-BBD7-9BF387CDCC70}"/>
    <dgm:cxn modelId="{0B01CC38-B601-4948-9A52-905617114206}" type="presOf" srcId="{271C86AB-AB2E-4611-8C25-835428441751}" destId="{EA585E81-AD17-4257-AFE9-60B4A11FE0DA}" srcOrd="0" destOrd="0" presId="urn:microsoft.com/office/officeart/2005/8/layout/lProcess1"/>
    <dgm:cxn modelId="{7AAF953D-7E66-4DB6-9CA0-3AC01A60B9CE}" type="presOf" srcId="{BC7807B4-DE23-4D0E-A4E0-2612D0E67D23}" destId="{F15C0168-52AC-4A41-BDEF-F250F82109A5}" srcOrd="0" destOrd="0" presId="urn:microsoft.com/office/officeart/2005/8/layout/lProcess1"/>
    <dgm:cxn modelId="{A93D223F-F68C-436B-957E-28A40E226690}" srcId="{769CE6EE-6A95-4BDD-85D3-83AE523D301F}" destId="{67D949EA-40D1-469C-8DBA-79545B7297F0}" srcOrd="1" destOrd="0" parTransId="{837B08C0-5A8E-480C-8D64-6C43F7EF24D9}" sibTransId="{A850CF72-06B3-4756-B37C-6E71594B4C94}"/>
    <dgm:cxn modelId="{D8108B63-6674-45BF-8F3E-5349A147551B}" type="presOf" srcId="{FB33862A-C197-4265-A7B9-AAF699716051}" destId="{E1934D82-0EF9-4A8A-8848-C8E1552C774C}" srcOrd="0" destOrd="0" presId="urn:microsoft.com/office/officeart/2005/8/layout/lProcess1"/>
    <dgm:cxn modelId="{48EA8A64-0C13-44D0-85D7-FCD99F8D4CFF}" srcId="{769CE6EE-6A95-4BDD-85D3-83AE523D301F}" destId="{3D2FBB57-0CB1-4D88-B69E-9E674FE69FEF}" srcOrd="2" destOrd="0" parTransId="{3F33F02F-9DEF-48CB-BA19-8C6C422E709D}" sibTransId="{7FD4EA3E-42B9-4E15-B062-B13025B26404}"/>
    <dgm:cxn modelId="{AD396447-11F5-4EB8-820C-8F9A132E131E}" srcId="{769CE6EE-6A95-4BDD-85D3-83AE523D301F}" destId="{E42EF4AD-9294-4C88-9A8C-EB1E50BDA925}" srcOrd="3" destOrd="0" parTransId="{EF35A4DB-3280-4425-94E3-E304E1CA9EF5}" sibTransId="{AC396E28-A040-4444-9CAB-DB7C2C49131E}"/>
    <dgm:cxn modelId="{C500B849-A0DD-460E-AA01-ECE2CE6BA74D}" srcId="{769CE6EE-6A95-4BDD-85D3-83AE523D301F}" destId="{077F92DD-590D-4145-AF62-C2DD706CA414}" srcOrd="5" destOrd="0" parTransId="{6F56C1D8-3615-44F8-9AC2-3176CF23E4BA}" sibTransId="{6B341390-687B-4E52-81D2-EB48C10B1432}"/>
    <dgm:cxn modelId="{C4E13C6B-83C9-4433-8F9A-D879D3AF7D43}" type="presOf" srcId="{A81AA2F8-857F-4A5B-9352-208139464856}" destId="{B9AE49B7-F1BC-4E49-9A39-19FA001EB53E}" srcOrd="0" destOrd="0" presId="urn:microsoft.com/office/officeart/2005/8/layout/lProcess1"/>
    <dgm:cxn modelId="{C77C686B-3256-465D-B7FF-D568B6D1A70C}" type="presOf" srcId="{DFB123F2-0AC9-4EF1-8C1E-D179BC2187DE}" destId="{CFBBD16C-212C-4860-AB87-1A7A7E0A95DD}" srcOrd="0" destOrd="0" presId="urn:microsoft.com/office/officeart/2005/8/layout/lProcess1"/>
    <dgm:cxn modelId="{91EA124D-9744-487D-A89A-9FB89C9542AB}" type="presOf" srcId="{90141627-1E83-41A5-9A35-783A034274F2}" destId="{1E79D66E-E6D8-47C3-A358-1B6A437993AA}" srcOrd="0" destOrd="0" presId="urn:microsoft.com/office/officeart/2005/8/layout/lProcess1"/>
    <dgm:cxn modelId="{2649126F-9D91-4DE1-9FDE-D22DB91D0879}" srcId="{769CE6EE-6A95-4BDD-85D3-83AE523D301F}" destId="{F41547DD-C04D-4B62-9E7F-238D8A0F82B5}" srcOrd="7" destOrd="0" parTransId="{82F2CC79-3B01-4EEA-9B9B-C8A3777F71BF}" sibTransId="{7313333C-9379-48C4-AAEA-D406D3B2AB93}"/>
    <dgm:cxn modelId="{6EB15452-6E69-4916-8619-8FF55D314BA1}" type="presOf" srcId="{67D949EA-40D1-469C-8DBA-79545B7297F0}" destId="{9B4CE390-C153-4613-893F-17C35B5464B3}" srcOrd="0" destOrd="0" presId="urn:microsoft.com/office/officeart/2005/8/layout/lProcess1"/>
    <dgm:cxn modelId="{BA9F2D7A-11F0-4D48-939C-03F71FC6688A}" type="presOf" srcId="{6F704C93-7F61-41DA-909E-935D6791AD13}" destId="{7C2903C4-32C1-4E96-BFD9-FDC0DF5DB6B5}" srcOrd="0" destOrd="0" presId="urn:microsoft.com/office/officeart/2005/8/layout/lProcess1"/>
    <dgm:cxn modelId="{3E539B7B-7A9A-4F80-B820-BC21C6355431}" type="presOf" srcId="{077F92DD-590D-4145-AF62-C2DD706CA414}" destId="{F89FBA11-5557-43FA-93F8-4D87E9C2B4F0}" srcOrd="0" destOrd="0" presId="urn:microsoft.com/office/officeart/2005/8/layout/lProcess1"/>
    <dgm:cxn modelId="{41D2277E-E24E-4CD3-A860-390209AAFEE3}" type="presOf" srcId="{D4D763FF-2A38-48DB-ADEB-B0BF66DA37FC}" destId="{0DE60DAA-23B7-46F7-88F4-FA9DD7B8EAA7}" srcOrd="0" destOrd="0" presId="urn:microsoft.com/office/officeart/2005/8/layout/lProcess1"/>
    <dgm:cxn modelId="{091F9183-E1CD-4562-BC69-A6810A192262}" type="presOf" srcId="{4EE09E7A-92DB-4E32-B12B-6DC9361B822C}" destId="{D2394897-9D33-47DF-98BA-53829A48FE54}" srcOrd="0" destOrd="0" presId="urn:microsoft.com/office/officeart/2005/8/layout/lProcess1"/>
    <dgm:cxn modelId="{3C0EBD83-B0C9-4C61-8E76-8C8C81F6A9D6}" srcId="{769CE6EE-6A95-4BDD-85D3-83AE523D301F}" destId="{6E0E65C2-3BB5-4274-97B8-644347C4D412}" srcOrd="4" destOrd="0" parTransId="{111706F6-269C-4A52-BDDF-F62F2341C4CB}" sibTransId="{C6496728-346E-449D-B107-B3A54B869813}"/>
    <dgm:cxn modelId="{8A96CB8A-BB12-47A0-A928-7E1ECB44CE0C}" type="presOf" srcId="{6E0E65C2-3BB5-4274-97B8-644347C4D412}" destId="{16E3BCFC-AB4B-410D-AA5B-284362535FAD}" srcOrd="0" destOrd="0" presId="urn:microsoft.com/office/officeart/2005/8/layout/lProcess1"/>
    <dgm:cxn modelId="{5D10528C-F51D-4D1B-9DDD-149945AF5DD5}" type="presOf" srcId="{3D2FBB57-0CB1-4D88-B69E-9E674FE69FEF}" destId="{A0155A43-A718-4615-BF37-CC90B1CE7F7B}" srcOrd="0" destOrd="0" presId="urn:microsoft.com/office/officeart/2005/8/layout/lProcess1"/>
    <dgm:cxn modelId="{FCFE378E-6D0D-498F-BEE8-8B55BFF6B873}" type="presOf" srcId="{E42EF4AD-9294-4C88-9A8C-EB1E50BDA925}" destId="{1C50F2C3-398C-4BC7-B7A2-C4CC1B555BCB}" srcOrd="0" destOrd="0" presId="urn:microsoft.com/office/officeart/2005/8/layout/lProcess1"/>
    <dgm:cxn modelId="{00686C8E-9C63-4D80-98EF-6F0414C5A67C}" type="presOf" srcId="{F41547DD-C04D-4B62-9E7F-238D8A0F82B5}" destId="{BE1C4F8D-4EFE-4FF0-975C-0642E472A852}" srcOrd="0" destOrd="0" presId="urn:microsoft.com/office/officeart/2005/8/layout/lProcess1"/>
    <dgm:cxn modelId="{E13E5190-50BC-4E0E-A79E-0940305951A4}" type="presOf" srcId="{A5D3021E-796C-4E64-BA67-844A20FD498E}" destId="{FE9133AE-4DDE-492F-AD62-128CFBBD76B3}" srcOrd="0" destOrd="0" presId="urn:microsoft.com/office/officeart/2005/8/layout/lProcess1"/>
    <dgm:cxn modelId="{1F585C93-CEA7-4FDE-B5DC-17C7D8CF892A}" srcId="{769CE6EE-6A95-4BDD-85D3-83AE523D301F}" destId="{E4B26424-02E3-43F5-83F4-CBB3BB0EBC7A}" srcOrd="0" destOrd="0" parTransId="{5295B42E-8AD0-4924-8968-DA1A4CF417E9}" sibTransId="{A5D3021E-796C-4E64-BA67-844A20FD498E}"/>
    <dgm:cxn modelId="{B26B6193-CE3E-4F73-A295-2F4624AF3076}" type="presOf" srcId="{5295B42E-8AD0-4924-8968-DA1A4CF417E9}" destId="{5FCC2974-A824-439E-9180-8798A2385AFC}" srcOrd="0" destOrd="0" presId="urn:microsoft.com/office/officeart/2005/8/layout/lProcess1"/>
    <dgm:cxn modelId="{D0DD119F-83E2-48F0-B56A-2DF08FEC37D4}" srcId="{769CE6EE-6A95-4BDD-85D3-83AE523D301F}" destId="{A81AA2F8-857F-4A5B-9352-208139464856}" srcOrd="6" destOrd="0" parTransId="{FC0F1AC5-652B-4E20-AE8D-CE0720AC6B5C}" sibTransId="{4EE09E7A-92DB-4E32-B12B-6DC9361B822C}"/>
    <dgm:cxn modelId="{C7923FA7-4448-4AC5-89AC-1ECB01D82D0D}" type="presOf" srcId="{998B208A-9134-4B7B-B8A5-42C51A4322B6}" destId="{B66E4098-45CD-4571-B28B-2A6ECB93792D}" srcOrd="0" destOrd="0" presId="urn:microsoft.com/office/officeart/2005/8/layout/lProcess1"/>
    <dgm:cxn modelId="{1A81A9AB-7BC0-436A-9162-7F1079913CD0}" type="presOf" srcId="{6BCD5DC3-8D89-4EC8-B7AB-D1D7B27B4B68}" destId="{37D05A51-2163-4CB8-B884-A146C062D8B8}" srcOrd="0" destOrd="0" presId="urn:microsoft.com/office/officeart/2005/8/layout/lProcess1"/>
    <dgm:cxn modelId="{BEBB7FAE-DF62-401B-A30E-32D19904890E}" srcId="{90141627-1E83-41A5-9A35-783A034274F2}" destId="{998B208A-9134-4B7B-B8A5-42C51A4322B6}" srcOrd="6" destOrd="0" parTransId="{F0BD8171-D629-4CBE-9849-CA4B7433E235}" sibTransId="{371ED0A9-182C-429C-87CF-8993295645C6}"/>
    <dgm:cxn modelId="{B0B8D3B3-9CAE-466D-B999-1D447A6A1749}" type="presOf" srcId="{1A38D6FA-9B2D-4153-BBD7-9BF387CDCC70}" destId="{109F74AB-DF5A-4DE5-8068-EABDE56709EA}" srcOrd="0" destOrd="0" presId="urn:microsoft.com/office/officeart/2005/8/layout/lProcess1"/>
    <dgm:cxn modelId="{630666B9-AFB4-4101-8480-231EA2F348FD}" type="presOf" srcId="{C6496728-346E-449D-B107-B3A54B869813}" destId="{7EAA9D4E-BD93-49E0-A4A0-5B1412860A1E}" srcOrd="0" destOrd="0" presId="urn:microsoft.com/office/officeart/2005/8/layout/lProcess1"/>
    <dgm:cxn modelId="{8EC00EBB-A2A3-4862-B5F0-598AD5A2504A}" type="presOf" srcId="{3AEADF55-8DE1-4322-8C5A-97F332E11399}" destId="{5A001CEB-11D9-47E7-83B0-7674C4AA8E39}" srcOrd="0" destOrd="0" presId="urn:microsoft.com/office/officeart/2005/8/layout/lProcess1"/>
    <dgm:cxn modelId="{D8B5CCBE-01AD-482C-9039-E0DEB75667F0}" srcId="{90141627-1E83-41A5-9A35-783A034274F2}" destId="{271C86AB-AB2E-4611-8C25-835428441751}" srcOrd="2" destOrd="0" parTransId="{ACF74E45-F8A6-4C15-8355-DC6E221C6195}" sibTransId="{0EF2A7A5-2F58-4702-9443-6DCD10DC7132}"/>
    <dgm:cxn modelId="{2DA5E6C0-2AE1-43F3-B6FF-88DE260A0C29}" type="presOf" srcId="{7FD4EA3E-42B9-4E15-B062-B13025B26404}" destId="{C51AEB3F-8829-4660-8D8A-C5A37024A61E}" srcOrd="0" destOrd="0" presId="urn:microsoft.com/office/officeart/2005/8/layout/lProcess1"/>
    <dgm:cxn modelId="{85CC8BC8-770A-49F4-B1FA-5C8FF1D6EBB8}" type="presOf" srcId="{371ED0A9-182C-429C-87CF-8993295645C6}" destId="{8DCBE9C8-F60F-48B5-8633-3DCBE709E995}" srcOrd="0" destOrd="0" presId="urn:microsoft.com/office/officeart/2005/8/layout/lProcess1"/>
    <dgm:cxn modelId="{F48077CD-85FA-4D19-92DC-A2E0FAE02C37}" type="presOf" srcId="{A850CF72-06B3-4756-B37C-6E71594B4C94}" destId="{D5B92D52-EE3F-4112-B3E3-B0041B65FA48}" srcOrd="0" destOrd="0" presId="urn:microsoft.com/office/officeart/2005/8/layout/lProcess1"/>
    <dgm:cxn modelId="{5B57D2CE-D367-4D4A-8EE9-415F4F6B13F1}" type="presOf" srcId="{E4B26424-02E3-43F5-83F4-CBB3BB0EBC7A}" destId="{39B82A7B-FE63-4256-B46C-827E8FEAB082}" srcOrd="0" destOrd="0" presId="urn:microsoft.com/office/officeart/2005/8/layout/lProcess1"/>
    <dgm:cxn modelId="{506BAED5-5086-481B-87DD-89731278E614}" srcId="{90141627-1E83-41A5-9A35-783A034274F2}" destId="{DB7E758F-9F06-43D8-A9C1-D3D21CFDE6CB}" srcOrd="1" destOrd="0" parTransId="{A7884491-7090-4A51-98BB-DEB7C2FB4048}" sibTransId="{1D09A6DF-14EF-4068-B3BC-A417B6551FBB}"/>
    <dgm:cxn modelId="{D5DACCDD-2743-4392-A5EA-A0BB582BADBF}" srcId="{90141627-1E83-41A5-9A35-783A034274F2}" destId="{6BCD5DC3-8D89-4EC8-B7AB-D1D7B27B4B68}" srcOrd="5" destOrd="0" parTransId="{FB1004F1-10DF-4A31-AF1D-FB0EF7529157}" sibTransId="{D4D763FF-2A38-48DB-ADEB-B0BF66DA37FC}"/>
    <dgm:cxn modelId="{0E55BDDF-5CF8-428C-A6FF-54142351B754}" type="presOf" srcId="{0EF2A7A5-2F58-4702-9443-6DCD10DC7132}" destId="{644A898D-19DD-435D-A9E7-8BDC6DA58D8C}" srcOrd="0" destOrd="0" presId="urn:microsoft.com/office/officeart/2005/8/layout/lProcess1"/>
    <dgm:cxn modelId="{2079D6E3-1C94-4C1F-BA8C-9A0F7891FA6C}" type="presOf" srcId="{AC396E28-A040-4444-9CAB-DB7C2C49131E}" destId="{21863CFF-A123-454D-B16C-EFDAF0509C48}" srcOrd="0" destOrd="0" presId="urn:microsoft.com/office/officeart/2005/8/layout/lProcess1"/>
    <dgm:cxn modelId="{CF9F7EE4-C3D4-482B-8D55-A920C655BB98}" srcId="{90141627-1E83-41A5-9A35-783A034274F2}" destId="{FB33862A-C197-4265-A7B9-AAF699716051}" srcOrd="0" destOrd="0" parTransId="{B825E7EA-2030-40C9-AC0C-1BC31EBCEC3B}" sibTransId="{BC7807B4-DE23-4D0E-A4E0-2612D0E67D23}"/>
    <dgm:cxn modelId="{E3ED13E6-842E-4D20-BE98-933571C1FC76}" type="presOf" srcId="{6B341390-687B-4E52-81D2-EB48C10B1432}" destId="{4718A2B1-AB82-4279-B27E-8E006716C5D3}" srcOrd="0" destOrd="0" presId="urn:microsoft.com/office/officeart/2005/8/layout/lProcess1"/>
    <dgm:cxn modelId="{3AE009F1-4A9A-40F6-8A34-2815FAE46186}" type="presOf" srcId="{769CE6EE-6A95-4BDD-85D3-83AE523D301F}" destId="{46609292-F869-4BB6-8978-6D44D7D6BF72}" srcOrd="0" destOrd="0" presId="urn:microsoft.com/office/officeart/2005/8/layout/lProcess1"/>
    <dgm:cxn modelId="{332868F4-CD1E-4DA4-B19A-97441C5A1399}" type="presOf" srcId="{B825E7EA-2030-40C9-AC0C-1BC31EBCEC3B}" destId="{A5434FC1-E0D7-42EC-A3B2-4E02DB61F578}" srcOrd="0" destOrd="0" presId="urn:microsoft.com/office/officeart/2005/8/layout/lProcess1"/>
    <dgm:cxn modelId="{F2705CF9-0E0D-4626-A1E7-09B6BB38344C}" srcId="{6F704C93-7F61-41DA-909E-935D6791AD13}" destId="{90141627-1E83-41A5-9A35-783A034274F2}" srcOrd="0" destOrd="0" parTransId="{3EFA363D-197B-4C11-AB32-4A9B269894F2}" sibTransId="{7B9F33DF-0CDE-4AB6-9B44-7D1DA61653AF}"/>
    <dgm:cxn modelId="{34709AFD-0A35-4445-A478-914E30086842}" type="presOf" srcId="{1D09A6DF-14EF-4068-B3BC-A417B6551FBB}" destId="{BA71DD88-B1F2-4A92-AD63-0A992D0D0810}" srcOrd="0" destOrd="0" presId="urn:microsoft.com/office/officeart/2005/8/layout/lProcess1"/>
    <dgm:cxn modelId="{20F3F5CF-FD90-4F31-A1DD-37E5ED5F4A6F}" type="presParOf" srcId="{7C2903C4-32C1-4E96-BFD9-FDC0DF5DB6B5}" destId="{8F19CBB6-E345-45BE-A578-193FB888FA6A}" srcOrd="0" destOrd="0" presId="urn:microsoft.com/office/officeart/2005/8/layout/lProcess1"/>
    <dgm:cxn modelId="{3D094AE2-D75C-4B79-A263-09F3C198FEB0}" type="presParOf" srcId="{8F19CBB6-E345-45BE-A578-193FB888FA6A}" destId="{1E79D66E-E6D8-47C3-A358-1B6A437993AA}" srcOrd="0" destOrd="0" presId="urn:microsoft.com/office/officeart/2005/8/layout/lProcess1"/>
    <dgm:cxn modelId="{D03ACE7C-4FD5-41CF-B490-FAA9B1A076A8}" type="presParOf" srcId="{8F19CBB6-E345-45BE-A578-193FB888FA6A}" destId="{A5434FC1-E0D7-42EC-A3B2-4E02DB61F578}" srcOrd="1" destOrd="0" presId="urn:microsoft.com/office/officeart/2005/8/layout/lProcess1"/>
    <dgm:cxn modelId="{350EC5F1-B245-48B1-876F-4845901827F8}" type="presParOf" srcId="{8F19CBB6-E345-45BE-A578-193FB888FA6A}" destId="{E1934D82-0EF9-4A8A-8848-C8E1552C774C}" srcOrd="2" destOrd="0" presId="urn:microsoft.com/office/officeart/2005/8/layout/lProcess1"/>
    <dgm:cxn modelId="{CA0EB7FD-7AB6-4CF4-AFA8-F8AC8E2FB1D4}" type="presParOf" srcId="{8F19CBB6-E345-45BE-A578-193FB888FA6A}" destId="{F15C0168-52AC-4A41-BDEF-F250F82109A5}" srcOrd="3" destOrd="0" presId="urn:microsoft.com/office/officeart/2005/8/layout/lProcess1"/>
    <dgm:cxn modelId="{FF4231D6-328C-457F-BF36-C6010EA42B98}" type="presParOf" srcId="{8F19CBB6-E345-45BE-A578-193FB888FA6A}" destId="{48B814C4-DCBC-4DDF-8CF5-F48407274C08}" srcOrd="4" destOrd="0" presId="urn:microsoft.com/office/officeart/2005/8/layout/lProcess1"/>
    <dgm:cxn modelId="{C9B10456-ED81-4CF4-9F89-FA23F5F1FC86}" type="presParOf" srcId="{8F19CBB6-E345-45BE-A578-193FB888FA6A}" destId="{BA71DD88-B1F2-4A92-AD63-0A992D0D0810}" srcOrd="5" destOrd="0" presId="urn:microsoft.com/office/officeart/2005/8/layout/lProcess1"/>
    <dgm:cxn modelId="{19E79A2F-C5C6-4494-8A0B-5F7EAD558100}" type="presParOf" srcId="{8F19CBB6-E345-45BE-A578-193FB888FA6A}" destId="{EA585E81-AD17-4257-AFE9-60B4A11FE0DA}" srcOrd="6" destOrd="0" presId="urn:microsoft.com/office/officeart/2005/8/layout/lProcess1"/>
    <dgm:cxn modelId="{B2EF7601-6D15-4E7C-9CDA-0054FE6C493B}" type="presParOf" srcId="{8F19CBB6-E345-45BE-A578-193FB888FA6A}" destId="{644A898D-19DD-435D-A9E7-8BDC6DA58D8C}" srcOrd="7" destOrd="0" presId="urn:microsoft.com/office/officeart/2005/8/layout/lProcess1"/>
    <dgm:cxn modelId="{4957563A-3599-4A17-8B5D-2DF1B9AD3133}" type="presParOf" srcId="{8F19CBB6-E345-45BE-A578-193FB888FA6A}" destId="{CFBBD16C-212C-4860-AB87-1A7A7E0A95DD}" srcOrd="8" destOrd="0" presId="urn:microsoft.com/office/officeart/2005/8/layout/lProcess1"/>
    <dgm:cxn modelId="{02CD36EB-2A80-4C6D-ABAA-576D2BA3FC89}" type="presParOf" srcId="{8F19CBB6-E345-45BE-A578-193FB888FA6A}" destId="{1932DB29-1943-4D70-8BE7-E1FB5167CBA1}" srcOrd="9" destOrd="0" presId="urn:microsoft.com/office/officeart/2005/8/layout/lProcess1"/>
    <dgm:cxn modelId="{961B7BFD-CAC6-4A66-AEDF-C1DFF42AFB88}" type="presParOf" srcId="{8F19CBB6-E345-45BE-A578-193FB888FA6A}" destId="{1D2FE5C8-1893-442F-A14F-F34173CB198E}" srcOrd="10" destOrd="0" presId="urn:microsoft.com/office/officeart/2005/8/layout/lProcess1"/>
    <dgm:cxn modelId="{2458FC40-55DB-43CB-A8BB-AA4FCB6092AD}" type="presParOf" srcId="{8F19CBB6-E345-45BE-A578-193FB888FA6A}" destId="{109F74AB-DF5A-4DE5-8068-EABDE56709EA}" srcOrd="11" destOrd="0" presId="urn:microsoft.com/office/officeart/2005/8/layout/lProcess1"/>
    <dgm:cxn modelId="{57BA5AF9-FDF4-4DE9-B5D5-9BFF5924EE16}" type="presParOf" srcId="{8F19CBB6-E345-45BE-A578-193FB888FA6A}" destId="{37D05A51-2163-4CB8-B884-A146C062D8B8}" srcOrd="12" destOrd="0" presId="urn:microsoft.com/office/officeart/2005/8/layout/lProcess1"/>
    <dgm:cxn modelId="{A45A376B-DFA1-47BD-9FF1-36D6AB6D051D}" type="presParOf" srcId="{8F19CBB6-E345-45BE-A578-193FB888FA6A}" destId="{0DE60DAA-23B7-46F7-88F4-FA9DD7B8EAA7}" srcOrd="13" destOrd="0" presId="urn:microsoft.com/office/officeart/2005/8/layout/lProcess1"/>
    <dgm:cxn modelId="{AC60BF16-4A54-4341-A820-E0422ECDF0A7}" type="presParOf" srcId="{8F19CBB6-E345-45BE-A578-193FB888FA6A}" destId="{B66E4098-45CD-4571-B28B-2A6ECB93792D}" srcOrd="14" destOrd="0" presId="urn:microsoft.com/office/officeart/2005/8/layout/lProcess1"/>
    <dgm:cxn modelId="{C231F850-DA1E-460F-AB59-BE44C1F28A3A}" type="presParOf" srcId="{8F19CBB6-E345-45BE-A578-193FB888FA6A}" destId="{8DCBE9C8-F60F-48B5-8633-3DCBE709E995}" srcOrd="15" destOrd="0" presId="urn:microsoft.com/office/officeart/2005/8/layout/lProcess1"/>
    <dgm:cxn modelId="{186175C7-48FB-4D99-B9EA-2CBB665F4097}" type="presParOf" srcId="{8F19CBB6-E345-45BE-A578-193FB888FA6A}" destId="{5A001CEB-11D9-47E7-83B0-7674C4AA8E39}" srcOrd="16" destOrd="0" presId="urn:microsoft.com/office/officeart/2005/8/layout/lProcess1"/>
    <dgm:cxn modelId="{56D5BC25-90A6-41A1-AE7F-C5973F0E7597}" type="presParOf" srcId="{7C2903C4-32C1-4E96-BFD9-FDC0DF5DB6B5}" destId="{EB8BFCB8-7175-4628-A3F9-E79AE7F4A826}" srcOrd="1" destOrd="0" presId="urn:microsoft.com/office/officeart/2005/8/layout/lProcess1"/>
    <dgm:cxn modelId="{A0EC0CE0-94E1-4D10-B53C-756375073677}" type="presParOf" srcId="{7C2903C4-32C1-4E96-BFD9-FDC0DF5DB6B5}" destId="{0BBAE4B1-5911-4DF6-B0D3-83D7F44C1E9E}" srcOrd="2" destOrd="0" presId="urn:microsoft.com/office/officeart/2005/8/layout/lProcess1"/>
    <dgm:cxn modelId="{80C8940C-4945-445E-B1AD-05CA683C1B63}" type="presParOf" srcId="{0BBAE4B1-5911-4DF6-B0D3-83D7F44C1E9E}" destId="{46609292-F869-4BB6-8978-6D44D7D6BF72}" srcOrd="0" destOrd="0" presId="urn:microsoft.com/office/officeart/2005/8/layout/lProcess1"/>
    <dgm:cxn modelId="{08A9BC15-2578-462E-9F9E-792FF1C25F8C}" type="presParOf" srcId="{0BBAE4B1-5911-4DF6-B0D3-83D7F44C1E9E}" destId="{5FCC2974-A824-439E-9180-8798A2385AFC}" srcOrd="1" destOrd="0" presId="urn:microsoft.com/office/officeart/2005/8/layout/lProcess1"/>
    <dgm:cxn modelId="{388C5678-D693-4A3E-8F6C-ADB35EA74D8E}" type="presParOf" srcId="{0BBAE4B1-5911-4DF6-B0D3-83D7F44C1E9E}" destId="{39B82A7B-FE63-4256-B46C-827E8FEAB082}" srcOrd="2" destOrd="0" presId="urn:microsoft.com/office/officeart/2005/8/layout/lProcess1"/>
    <dgm:cxn modelId="{735DEAF7-0072-49CC-9DC6-263351746CFF}" type="presParOf" srcId="{0BBAE4B1-5911-4DF6-B0D3-83D7F44C1E9E}" destId="{FE9133AE-4DDE-492F-AD62-128CFBBD76B3}" srcOrd="3" destOrd="0" presId="urn:microsoft.com/office/officeart/2005/8/layout/lProcess1"/>
    <dgm:cxn modelId="{9E8ADC60-8EBB-455A-86FF-28BE721AFC0D}" type="presParOf" srcId="{0BBAE4B1-5911-4DF6-B0D3-83D7F44C1E9E}" destId="{9B4CE390-C153-4613-893F-17C35B5464B3}" srcOrd="4" destOrd="0" presId="urn:microsoft.com/office/officeart/2005/8/layout/lProcess1"/>
    <dgm:cxn modelId="{ACE6F4D5-F36E-481F-9A02-2EE7E9BC3234}" type="presParOf" srcId="{0BBAE4B1-5911-4DF6-B0D3-83D7F44C1E9E}" destId="{D5B92D52-EE3F-4112-B3E3-B0041B65FA48}" srcOrd="5" destOrd="0" presId="urn:microsoft.com/office/officeart/2005/8/layout/lProcess1"/>
    <dgm:cxn modelId="{6CEA9BA7-90BE-4DB5-AD8A-7DF21140766E}" type="presParOf" srcId="{0BBAE4B1-5911-4DF6-B0D3-83D7F44C1E9E}" destId="{A0155A43-A718-4615-BF37-CC90B1CE7F7B}" srcOrd="6" destOrd="0" presId="urn:microsoft.com/office/officeart/2005/8/layout/lProcess1"/>
    <dgm:cxn modelId="{6A07114B-CF05-487F-8FBB-3254C25F2439}" type="presParOf" srcId="{0BBAE4B1-5911-4DF6-B0D3-83D7F44C1E9E}" destId="{C51AEB3F-8829-4660-8D8A-C5A37024A61E}" srcOrd="7" destOrd="0" presId="urn:microsoft.com/office/officeart/2005/8/layout/lProcess1"/>
    <dgm:cxn modelId="{295789E0-4178-4C78-80E4-59B6A6FA5932}" type="presParOf" srcId="{0BBAE4B1-5911-4DF6-B0D3-83D7F44C1E9E}" destId="{1C50F2C3-398C-4BC7-B7A2-C4CC1B555BCB}" srcOrd="8" destOrd="0" presId="urn:microsoft.com/office/officeart/2005/8/layout/lProcess1"/>
    <dgm:cxn modelId="{CEA45B09-0BF2-4F42-86F2-87820F97E623}" type="presParOf" srcId="{0BBAE4B1-5911-4DF6-B0D3-83D7F44C1E9E}" destId="{21863CFF-A123-454D-B16C-EFDAF0509C48}" srcOrd="9" destOrd="0" presId="urn:microsoft.com/office/officeart/2005/8/layout/lProcess1"/>
    <dgm:cxn modelId="{06085E8D-DB0C-4349-9CDD-3CEFE119109F}" type="presParOf" srcId="{0BBAE4B1-5911-4DF6-B0D3-83D7F44C1E9E}" destId="{16E3BCFC-AB4B-410D-AA5B-284362535FAD}" srcOrd="10" destOrd="0" presId="urn:microsoft.com/office/officeart/2005/8/layout/lProcess1"/>
    <dgm:cxn modelId="{73902B2A-04F2-4864-8009-3E4B8DCD6C11}" type="presParOf" srcId="{0BBAE4B1-5911-4DF6-B0D3-83D7F44C1E9E}" destId="{7EAA9D4E-BD93-49E0-A4A0-5B1412860A1E}" srcOrd="11" destOrd="0" presId="urn:microsoft.com/office/officeart/2005/8/layout/lProcess1"/>
    <dgm:cxn modelId="{BDF9EC0F-A129-4A0D-9DB3-3A27BF46E10C}" type="presParOf" srcId="{0BBAE4B1-5911-4DF6-B0D3-83D7F44C1E9E}" destId="{F89FBA11-5557-43FA-93F8-4D87E9C2B4F0}" srcOrd="12" destOrd="0" presId="urn:microsoft.com/office/officeart/2005/8/layout/lProcess1"/>
    <dgm:cxn modelId="{4D4AB474-D096-4D36-B726-965822272C14}" type="presParOf" srcId="{0BBAE4B1-5911-4DF6-B0D3-83D7F44C1E9E}" destId="{4718A2B1-AB82-4279-B27E-8E006716C5D3}" srcOrd="13" destOrd="0" presId="urn:microsoft.com/office/officeart/2005/8/layout/lProcess1"/>
    <dgm:cxn modelId="{1319B3FC-EF0D-4212-AB6D-A58C03377A7E}" type="presParOf" srcId="{0BBAE4B1-5911-4DF6-B0D3-83D7F44C1E9E}" destId="{B9AE49B7-F1BC-4E49-9A39-19FA001EB53E}" srcOrd="14" destOrd="0" presId="urn:microsoft.com/office/officeart/2005/8/layout/lProcess1"/>
    <dgm:cxn modelId="{0D973F8C-8ACD-4F09-8DBA-BC942F97588B}" type="presParOf" srcId="{0BBAE4B1-5911-4DF6-B0D3-83D7F44C1E9E}" destId="{D2394897-9D33-47DF-98BA-53829A48FE54}" srcOrd="15" destOrd="0" presId="urn:microsoft.com/office/officeart/2005/8/layout/lProcess1"/>
    <dgm:cxn modelId="{BEC14D0E-B6B7-45B8-ABDB-1EAC6B8CD58C}" type="presParOf" srcId="{0BBAE4B1-5911-4DF6-B0D3-83D7F44C1E9E}" destId="{BE1C4F8D-4EFE-4FF0-975C-0642E472A852}" srcOrd="1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8B3199-9055-4A66-97FA-D5784AAEC9E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E5A42A-DD1C-4DAF-B00A-6DC7AF6BDA59}">
      <dgm:prSet phldrT="[Texto]" phldr="0"/>
      <dgm:spPr/>
      <dgm:t>
        <a:bodyPr/>
        <a:lstStyle/>
        <a:p>
          <a:r>
            <a:rPr lang="en-US" noProof="0" dirty="0"/>
            <a:t>My</a:t>
          </a:r>
        </a:p>
      </dgm:t>
    </dgm:pt>
    <dgm:pt modelId="{2E480951-55BE-481C-BDDC-1DD031C71F37}" type="parTrans" cxnId="{D1F55F00-5979-4D6D-B20D-B272C725F7AE}">
      <dgm:prSet/>
      <dgm:spPr/>
      <dgm:t>
        <a:bodyPr/>
        <a:lstStyle/>
        <a:p>
          <a:endParaRPr lang="en-US"/>
        </a:p>
      </dgm:t>
    </dgm:pt>
    <dgm:pt modelId="{781B13FC-6B97-4460-BC2F-A78CE3B847D3}" type="sibTrans" cxnId="{D1F55F00-5979-4D6D-B20D-B272C725F7AE}">
      <dgm:prSet/>
      <dgm:spPr/>
      <dgm:t>
        <a:bodyPr/>
        <a:lstStyle/>
        <a:p>
          <a:endParaRPr lang="en-US" noProof="0" dirty="0"/>
        </a:p>
      </dgm:t>
    </dgm:pt>
    <dgm:pt modelId="{FCCB6B6D-405B-4285-B8F7-6398F3F34D45}">
      <dgm:prSet phldrT="[Texto]" phldr="0"/>
      <dgm:spPr/>
      <dgm:t>
        <a:bodyPr/>
        <a:lstStyle/>
        <a:p>
          <a:r>
            <a:rPr lang="en-US" noProof="0" dirty="0"/>
            <a:t>car</a:t>
          </a:r>
        </a:p>
      </dgm:t>
    </dgm:pt>
    <dgm:pt modelId="{3A46B0AD-6D09-4791-AA82-F205474DAA28}" type="parTrans" cxnId="{517122B4-2E4E-4848-B1E4-E76816A3E257}">
      <dgm:prSet/>
      <dgm:spPr/>
      <dgm:t>
        <a:bodyPr/>
        <a:lstStyle/>
        <a:p>
          <a:endParaRPr lang="en-US"/>
        </a:p>
      </dgm:t>
    </dgm:pt>
    <dgm:pt modelId="{28579F4D-4072-49CA-BFB1-9BECB1A237C0}" type="sibTrans" cxnId="{517122B4-2E4E-4848-B1E4-E76816A3E257}">
      <dgm:prSet/>
      <dgm:spPr/>
      <dgm:t>
        <a:bodyPr/>
        <a:lstStyle/>
        <a:p>
          <a:endParaRPr lang="en-US"/>
        </a:p>
      </dgm:t>
    </dgm:pt>
    <dgm:pt modelId="{20F86808-B5FA-41C0-A1A2-9863989DAD34}" type="pres">
      <dgm:prSet presAssocID="{9C8B3199-9055-4A66-97FA-D5784AAEC9E1}" presName="Name0" presStyleCnt="0">
        <dgm:presLayoutVars>
          <dgm:dir/>
          <dgm:resizeHandles val="exact"/>
        </dgm:presLayoutVars>
      </dgm:prSet>
      <dgm:spPr/>
    </dgm:pt>
    <dgm:pt modelId="{126C50BE-0E99-4FA8-B7A7-2F010AC0DD9C}" type="pres">
      <dgm:prSet presAssocID="{30E5A42A-DD1C-4DAF-B00A-6DC7AF6BDA59}" presName="node" presStyleLbl="node1" presStyleIdx="0" presStyleCnt="2">
        <dgm:presLayoutVars>
          <dgm:bulletEnabled val="1"/>
        </dgm:presLayoutVars>
      </dgm:prSet>
      <dgm:spPr/>
    </dgm:pt>
    <dgm:pt modelId="{F498A460-7C30-4710-A1C8-0D534B598E85}" type="pres">
      <dgm:prSet presAssocID="{781B13FC-6B97-4460-BC2F-A78CE3B847D3}" presName="sibTrans" presStyleLbl="sibTrans2D1" presStyleIdx="0" presStyleCnt="1"/>
      <dgm:spPr/>
    </dgm:pt>
    <dgm:pt modelId="{65E66FC2-C360-4E6D-9C97-C64D0DE8B044}" type="pres">
      <dgm:prSet presAssocID="{781B13FC-6B97-4460-BC2F-A78CE3B847D3}" presName="connectorText" presStyleLbl="sibTrans2D1" presStyleIdx="0" presStyleCnt="1"/>
      <dgm:spPr/>
    </dgm:pt>
    <dgm:pt modelId="{9B4061D9-6D3D-4A1A-B416-94324BE743C7}" type="pres">
      <dgm:prSet presAssocID="{FCCB6B6D-405B-4285-B8F7-6398F3F34D45}" presName="node" presStyleLbl="node1" presStyleIdx="1" presStyleCnt="2">
        <dgm:presLayoutVars>
          <dgm:bulletEnabled val="1"/>
        </dgm:presLayoutVars>
      </dgm:prSet>
      <dgm:spPr/>
    </dgm:pt>
  </dgm:ptLst>
  <dgm:cxnLst>
    <dgm:cxn modelId="{D1F55F00-5979-4D6D-B20D-B272C725F7AE}" srcId="{9C8B3199-9055-4A66-97FA-D5784AAEC9E1}" destId="{30E5A42A-DD1C-4DAF-B00A-6DC7AF6BDA59}" srcOrd="0" destOrd="0" parTransId="{2E480951-55BE-481C-BDDC-1DD031C71F37}" sibTransId="{781B13FC-6B97-4460-BC2F-A78CE3B847D3}"/>
    <dgm:cxn modelId="{FD9A1C3E-B3AC-4A91-AF6E-4D739BF04B5A}" type="presOf" srcId="{30E5A42A-DD1C-4DAF-B00A-6DC7AF6BDA59}" destId="{126C50BE-0E99-4FA8-B7A7-2F010AC0DD9C}" srcOrd="0" destOrd="0" presId="urn:microsoft.com/office/officeart/2005/8/layout/process1"/>
    <dgm:cxn modelId="{BF2BF03F-5144-4BD9-92C5-0703360A6190}" type="presOf" srcId="{9C8B3199-9055-4A66-97FA-D5784AAEC9E1}" destId="{20F86808-B5FA-41C0-A1A2-9863989DAD34}" srcOrd="0" destOrd="0" presId="urn:microsoft.com/office/officeart/2005/8/layout/process1"/>
    <dgm:cxn modelId="{BD6E399B-130F-45CB-A83D-7EFE0B066274}" type="presOf" srcId="{781B13FC-6B97-4460-BC2F-A78CE3B847D3}" destId="{65E66FC2-C360-4E6D-9C97-C64D0DE8B044}" srcOrd="1" destOrd="0" presId="urn:microsoft.com/office/officeart/2005/8/layout/process1"/>
    <dgm:cxn modelId="{026B84B1-8F60-4B64-8FF3-05E97458A9D9}" type="presOf" srcId="{781B13FC-6B97-4460-BC2F-A78CE3B847D3}" destId="{F498A460-7C30-4710-A1C8-0D534B598E85}" srcOrd="0" destOrd="0" presId="urn:microsoft.com/office/officeart/2005/8/layout/process1"/>
    <dgm:cxn modelId="{517122B4-2E4E-4848-B1E4-E76816A3E257}" srcId="{9C8B3199-9055-4A66-97FA-D5784AAEC9E1}" destId="{FCCB6B6D-405B-4285-B8F7-6398F3F34D45}" srcOrd="1" destOrd="0" parTransId="{3A46B0AD-6D09-4791-AA82-F205474DAA28}" sibTransId="{28579F4D-4072-49CA-BFB1-9BECB1A237C0}"/>
    <dgm:cxn modelId="{69A2F0D1-AD2C-40C4-A414-B2513392377A}" type="presOf" srcId="{FCCB6B6D-405B-4285-B8F7-6398F3F34D45}" destId="{9B4061D9-6D3D-4A1A-B416-94324BE743C7}" srcOrd="0" destOrd="0" presId="urn:microsoft.com/office/officeart/2005/8/layout/process1"/>
    <dgm:cxn modelId="{5763F94A-17E5-44C0-8D0D-47931A6DA6B2}" type="presParOf" srcId="{20F86808-B5FA-41C0-A1A2-9863989DAD34}" destId="{126C50BE-0E99-4FA8-B7A7-2F010AC0DD9C}" srcOrd="0" destOrd="0" presId="urn:microsoft.com/office/officeart/2005/8/layout/process1"/>
    <dgm:cxn modelId="{6B7A2E1B-1A6C-4CBC-8579-49216C37F43A}" type="presParOf" srcId="{20F86808-B5FA-41C0-A1A2-9863989DAD34}" destId="{F498A460-7C30-4710-A1C8-0D534B598E85}" srcOrd="1" destOrd="0" presId="urn:microsoft.com/office/officeart/2005/8/layout/process1"/>
    <dgm:cxn modelId="{9B991B8B-B795-49E6-9926-073A546D0085}" type="presParOf" srcId="{F498A460-7C30-4710-A1C8-0D534B598E85}" destId="{65E66FC2-C360-4E6D-9C97-C64D0DE8B044}" srcOrd="0" destOrd="0" presId="urn:microsoft.com/office/officeart/2005/8/layout/process1"/>
    <dgm:cxn modelId="{7E61C162-3CFE-4AD2-BDCD-57E2C2D60011}" type="presParOf" srcId="{20F86808-B5FA-41C0-A1A2-9863989DAD34}" destId="{9B4061D9-6D3D-4A1A-B416-94324BE743C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704C93-7F61-41DA-909E-935D6791AD13}" type="doc">
      <dgm:prSet loTypeId="urn:microsoft.com/office/officeart/2005/8/layout/lProcess1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141627-1E83-41A5-9A35-783A034274F2}">
      <dgm:prSet phldrT="[Texto]" phldr="0"/>
      <dgm:spPr/>
      <dgm:t>
        <a:bodyPr/>
        <a:lstStyle/>
        <a:p>
          <a:r>
            <a:rPr lang="en-US" noProof="0" dirty="0"/>
            <a:t>Subject</a:t>
          </a:r>
        </a:p>
      </dgm:t>
    </dgm:pt>
    <dgm:pt modelId="{3EFA363D-197B-4C11-AB32-4A9B269894F2}" type="parTrans" cxnId="{F2705CF9-0E0D-4626-A1E7-09B6BB38344C}">
      <dgm:prSet/>
      <dgm:spPr/>
      <dgm:t>
        <a:bodyPr/>
        <a:lstStyle/>
        <a:p>
          <a:endParaRPr lang="en-US"/>
        </a:p>
      </dgm:t>
    </dgm:pt>
    <dgm:pt modelId="{7B9F33DF-0CDE-4AB6-9B44-7D1DA61653AF}" type="sibTrans" cxnId="{F2705CF9-0E0D-4626-A1E7-09B6BB38344C}">
      <dgm:prSet/>
      <dgm:spPr/>
      <dgm:t>
        <a:bodyPr/>
        <a:lstStyle/>
        <a:p>
          <a:endParaRPr lang="en-US"/>
        </a:p>
      </dgm:t>
    </dgm:pt>
    <dgm:pt modelId="{FB33862A-C197-4265-A7B9-AAF699716051}">
      <dgm:prSet phldrT="[Texto]" phldr="0"/>
      <dgm:spPr/>
      <dgm:t>
        <a:bodyPr/>
        <a:lstStyle/>
        <a:p>
          <a:r>
            <a:rPr lang="en-US" noProof="0" dirty="0"/>
            <a:t>I</a:t>
          </a:r>
        </a:p>
      </dgm:t>
    </dgm:pt>
    <dgm:pt modelId="{B825E7EA-2030-40C9-AC0C-1BC31EBCEC3B}" type="parTrans" cxnId="{CF9F7EE4-C3D4-482B-8D55-A920C655BB98}">
      <dgm:prSet/>
      <dgm:spPr/>
      <dgm:t>
        <a:bodyPr/>
        <a:lstStyle/>
        <a:p>
          <a:endParaRPr lang="en-US"/>
        </a:p>
      </dgm:t>
    </dgm:pt>
    <dgm:pt modelId="{BC7807B4-DE23-4D0E-A4E0-2612D0E67D23}" type="sibTrans" cxnId="{CF9F7EE4-C3D4-482B-8D55-A920C655BB98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B7E758F-9F06-43D8-A9C1-D3D21CFDE6CB}">
      <dgm:prSet phldrT="[Texto]" phldr="0"/>
      <dgm:spPr/>
      <dgm:t>
        <a:bodyPr/>
        <a:lstStyle/>
        <a:p>
          <a:r>
            <a:rPr lang="en-US" noProof="0" dirty="0"/>
            <a:t>You</a:t>
          </a:r>
        </a:p>
      </dgm:t>
    </dgm:pt>
    <dgm:pt modelId="{A7884491-7090-4A51-98BB-DEB7C2FB4048}" type="parTrans" cxnId="{506BAED5-5086-481B-87DD-89731278E614}">
      <dgm:prSet/>
      <dgm:spPr/>
      <dgm:t>
        <a:bodyPr/>
        <a:lstStyle/>
        <a:p>
          <a:endParaRPr lang="en-US"/>
        </a:p>
      </dgm:t>
    </dgm:pt>
    <dgm:pt modelId="{1D09A6DF-14EF-4068-B3BC-A417B6551FBB}" type="sibTrans" cxnId="{506BAED5-5086-481B-87DD-89731278E614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769CE6EE-6A95-4BDD-85D3-83AE523D301F}">
      <dgm:prSet phldrT="[Texto]" phldr="0"/>
      <dgm:spPr/>
      <dgm:t>
        <a:bodyPr/>
        <a:lstStyle/>
        <a:p>
          <a:r>
            <a:rPr lang="en-US" noProof="0" dirty="0"/>
            <a:t>Possessive Pronouns</a:t>
          </a:r>
        </a:p>
      </dgm:t>
    </dgm:pt>
    <dgm:pt modelId="{43798D83-864D-40DA-9A34-C2113FA3D94D}" type="parTrans" cxnId="{2E8BF71E-CD30-4593-A667-D9F8A8E5510E}">
      <dgm:prSet/>
      <dgm:spPr/>
      <dgm:t>
        <a:bodyPr/>
        <a:lstStyle/>
        <a:p>
          <a:endParaRPr lang="en-US"/>
        </a:p>
      </dgm:t>
    </dgm:pt>
    <dgm:pt modelId="{0456CED4-AE90-4522-AEEE-D9E60961BBA9}" type="sibTrans" cxnId="{2E8BF71E-CD30-4593-A667-D9F8A8E5510E}">
      <dgm:prSet/>
      <dgm:spPr/>
      <dgm:t>
        <a:bodyPr/>
        <a:lstStyle/>
        <a:p>
          <a:endParaRPr lang="en-US"/>
        </a:p>
      </dgm:t>
    </dgm:pt>
    <dgm:pt modelId="{E4B26424-02E3-43F5-83F4-CBB3BB0EBC7A}">
      <dgm:prSet phldrT="[Texto]" phldr="0"/>
      <dgm:spPr/>
      <dgm:t>
        <a:bodyPr/>
        <a:lstStyle/>
        <a:p>
          <a:r>
            <a:rPr lang="en-US" noProof="0" dirty="0"/>
            <a:t>Mine</a:t>
          </a:r>
        </a:p>
      </dgm:t>
    </dgm:pt>
    <dgm:pt modelId="{5295B42E-8AD0-4924-8968-DA1A4CF417E9}" type="parTrans" cxnId="{1F585C93-CEA7-4FDE-B5DC-17C7D8CF892A}">
      <dgm:prSet/>
      <dgm:spPr/>
      <dgm:t>
        <a:bodyPr/>
        <a:lstStyle/>
        <a:p>
          <a:endParaRPr lang="en-US"/>
        </a:p>
      </dgm:t>
    </dgm:pt>
    <dgm:pt modelId="{A5D3021E-796C-4E64-BA67-844A20FD498E}" type="sibTrans" cxnId="{1F585C93-CEA7-4FDE-B5DC-17C7D8CF892A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67D949EA-40D1-469C-8DBA-79545B7297F0}">
      <dgm:prSet phldrT="[Texto]" phldr="0"/>
      <dgm:spPr/>
      <dgm:t>
        <a:bodyPr/>
        <a:lstStyle/>
        <a:p>
          <a:r>
            <a:rPr lang="en-US" noProof="0" dirty="0"/>
            <a:t>Yours</a:t>
          </a:r>
        </a:p>
      </dgm:t>
    </dgm:pt>
    <dgm:pt modelId="{837B08C0-5A8E-480C-8D64-6C43F7EF24D9}" type="parTrans" cxnId="{A93D223F-F68C-436B-957E-28A40E226690}">
      <dgm:prSet/>
      <dgm:spPr/>
      <dgm:t>
        <a:bodyPr/>
        <a:lstStyle/>
        <a:p>
          <a:endParaRPr lang="en-US"/>
        </a:p>
      </dgm:t>
    </dgm:pt>
    <dgm:pt modelId="{A850CF72-06B3-4756-B37C-6E71594B4C94}" type="sibTrans" cxnId="{A93D223F-F68C-436B-957E-28A40E226690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71C86AB-AB2E-4611-8C25-835428441751}">
      <dgm:prSet phldrT="[Texto]" phldr="0"/>
      <dgm:spPr/>
      <dgm:t>
        <a:bodyPr/>
        <a:lstStyle/>
        <a:p>
          <a:r>
            <a:rPr lang="en-US" noProof="0" dirty="0"/>
            <a:t>He</a:t>
          </a:r>
        </a:p>
      </dgm:t>
    </dgm:pt>
    <dgm:pt modelId="{ACF74E45-F8A6-4C15-8355-DC6E221C6195}" type="parTrans" cxnId="{D8B5CCBE-01AD-482C-9039-E0DEB75667F0}">
      <dgm:prSet/>
      <dgm:spPr/>
      <dgm:t>
        <a:bodyPr/>
        <a:lstStyle/>
        <a:p>
          <a:endParaRPr lang="en-US"/>
        </a:p>
      </dgm:t>
    </dgm:pt>
    <dgm:pt modelId="{0EF2A7A5-2F58-4702-9443-6DCD10DC7132}" type="sibTrans" cxnId="{D8B5CCBE-01AD-482C-9039-E0DEB75667F0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FB123F2-0AC9-4EF1-8C1E-D179BC2187DE}">
      <dgm:prSet phldrT="[Texto]" phldr="0"/>
      <dgm:spPr/>
      <dgm:t>
        <a:bodyPr/>
        <a:lstStyle/>
        <a:p>
          <a:r>
            <a:rPr lang="en-US" noProof="0" dirty="0"/>
            <a:t>She</a:t>
          </a:r>
        </a:p>
      </dgm:t>
    </dgm:pt>
    <dgm:pt modelId="{5B17B0E0-9420-40B7-8E6E-EE3BE79E7638}" type="parTrans" cxnId="{09B5C526-1277-4C57-B335-2FB437E3F2BD}">
      <dgm:prSet/>
      <dgm:spPr/>
      <dgm:t>
        <a:bodyPr/>
        <a:lstStyle/>
        <a:p>
          <a:endParaRPr lang="en-US"/>
        </a:p>
      </dgm:t>
    </dgm:pt>
    <dgm:pt modelId="{708893A7-E2B4-4E97-9F52-824061B7B00A}" type="sibTrans" cxnId="{09B5C526-1277-4C57-B335-2FB437E3F2B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D88E1BC9-3961-41A8-9420-E0C7283EE616}">
      <dgm:prSet phldrT="[Texto]" phldr="0"/>
      <dgm:spPr/>
      <dgm:t>
        <a:bodyPr/>
        <a:lstStyle/>
        <a:p>
          <a:r>
            <a:rPr lang="en-US" noProof="0" dirty="0"/>
            <a:t>It</a:t>
          </a:r>
        </a:p>
      </dgm:t>
    </dgm:pt>
    <dgm:pt modelId="{A3B8BD66-B54B-4427-8283-00E21EF19BCA}" type="parTrans" cxnId="{72964B28-8B20-4F61-844D-6F7A98255007}">
      <dgm:prSet/>
      <dgm:spPr/>
      <dgm:t>
        <a:bodyPr/>
        <a:lstStyle/>
        <a:p>
          <a:endParaRPr lang="en-US"/>
        </a:p>
      </dgm:t>
    </dgm:pt>
    <dgm:pt modelId="{1A38D6FA-9B2D-4153-BBD7-9BF387CDCC70}" type="sibTrans" cxnId="{72964B28-8B20-4F61-844D-6F7A98255007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6BCD5DC3-8D89-4EC8-B7AB-D1D7B27B4B68}">
      <dgm:prSet phldrT="[Texto]" phldr="0"/>
      <dgm:spPr/>
      <dgm:t>
        <a:bodyPr/>
        <a:lstStyle/>
        <a:p>
          <a:r>
            <a:rPr lang="en-US" noProof="0" dirty="0"/>
            <a:t>We</a:t>
          </a:r>
        </a:p>
      </dgm:t>
    </dgm:pt>
    <dgm:pt modelId="{FB1004F1-10DF-4A31-AF1D-FB0EF7529157}" type="parTrans" cxnId="{D5DACCDD-2743-4392-A5EA-A0BB582BADBF}">
      <dgm:prSet/>
      <dgm:spPr/>
      <dgm:t>
        <a:bodyPr/>
        <a:lstStyle/>
        <a:p>
          <a:endParaRPr lang="en-US"/>
        </a:p>
      </dgm:t>
    </dgm:pt>
    <dgm:pt modelId="{D4D763FF-2A38-48DB-ADEB-B0BF66DA37FC}" type="sibTrans" cxnId="{D5DACCDD-2743-4392-A5EA-A0BB582BADBF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998B208A-9134-4B7B-B8A5-42C51A4322B6}">
      <dgm:prSet phldrT="[Texto]" phldr="0"/>
      <dgm:spPr/>
      <dgm:t>
        <a:bodyPr/>
        <a:lstStyle/>
        <a:p>
          <a:r>
            <a:rPr lang="en-US" noProof="0" dirty="0"/>
            <a:t>You</a:t>
          </a:r>
        </a:p>
      </dgm:t>
    </dgm:pt>
    <dgm:pt modelId="{F0BD8171-D629-4CBE-9849-CA4B7433E235}" type="parTrans" cxnId="{BEBB7FAE-DF62-401B-A30E-32D19904890E}">
      <dgm:prSet/>
      <dgm:spPr/>
      <dgm:t>
        <a:bodyPr/>
        <a:lstStyle/>
        <a:p>
          <a:endParaRPr lang="en-US"/>
        </a:p>
      </dgm:t>
    </dgm:pt>
    <dgm:pt modelId="{371ED0A9-182C-429C-87CF-8993295645C6}" type="sibTrans" cxnId="{BEBB7FAE-DF62-401B-A30E-32D19904890E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3AEADF55-8DE1-4322-8C5A-97F332E11399}">
      <dgm:prSet phldrT="[Texto]" phldr="0"/>
      <dgm:spPr/>
      <dgm:t>
        <a:bodyPr/>
        <a:lstStyle/>
        <a:p>
          <a:r>
            <a:rPr lang="en-US" noProof="0" dirty="0"/>
            <a:t>They</a:t>
          </a:r>
        </a:p>
      </dgm:t>
    </dgm:pt>
    <dgm:pt modelId="{9FE7178F-B858-40FC-8CA3-55D95F4DD844}" type="parTrans" cxnId="{A8DEC10E-467D-412E-8B78-3C8268D99E0C}">
      <dgm:prSet/>
      <dgm:spPr/>
      <dgm:t>
        <a:bodyPr/>
        <a:lstStyle/>
        <a:p>
          <a:endParaRPr lang="en-US"/>
        </a:p>
      </dgm:t>
    </dgm:pt>
    <dgm:pt modelId="{D41BF403-4CF1-4151-9777-4FD43BE2BA55}" type="sibTrans" cxnId="{A8DEC10E-467D-412E-8B78-3C8268D99E0C}">
      <dgm:prSet/>
      <dgm:spPr/>
      <dgm:t>
        <a:bodyPr/>
        <a:lstStyle/>
        <a:p>
          <a:endParaRPr lang="en-US"/>
        </a:p>
      </dgm:t>
    </dgm:pt>
    <dgm:pt modelId="{3D2FBB57-0CB1-4D88-B69E-9E674FE69FEF}">
      <dgm:prSet phldrT="[Texto]" phldr="0"/>
      <dgm:spPr/>
      <dgm:t>
        <a:bodyPr/>
        <a:lstStyle/>
        <a:p>
          <a:r>
            <a:rPr lang="en-US" noProof="0" dirty="0"/>
            <a:t>His</a:t>
          </a:r>
        </a:p>
      </dgm:t>
    </dgm:pt>
    <dgm:pt modelId="{3F33F02F-9DEF-48CB-BA19-8C6C422E709D}" type="parTrans" cxnId="{48EA8A64-0C13-44D0-85D7-FCD99F8D4CFF}">
      <dgm:prSet/>
      <dgm:spPr/>
      <dgm:t>
        <a:bodyPr/>
        <a:lstStyle/>
        <a:p>
          <a:endParaRPr lang="en-US"/>
        </a:p>
      </dgm:t>
    </dgm:pt>
    <dgm:pt modelId="{7FD4EA3E-42B9-4E15-B062-B13025B26404}" type="sibTrans" cxnId="{48EA8A64-0C13-44D0-85D7-FCD99F8D4CFF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E42EF4AD-9294-4C88-9A8C-EB1E50BDA925}">
      <dgm:prSet phldrT="[Texto]" phldr="0"/>
      <dgm:spPr/>
      <dgm:t>
        <a:bodyPr/>
        <a:lstStyle/>
        <a:p>
          <a:r>
            <a:rPr lang="en-US" noProof="0" dirty="0"/>
            <a:t>Hers</a:t>
          </a:r>
        </a:p>
      </dgm:t>
    </dgm:pt>
    <dgm:pt modelId="{EF35A4DB-3280-4425-94E3-E304E1CA9EF5}" type="parTrans" cxnId="{AD396447-11F5-4EB8-820C-8F9A132E131E}">
      <dgm:prSet/>
      <dgm:spPr/>
      <dgm:t>
        <a:bodyPr/>
        <a:lstStyle/>
        <a:p>
          <a:endParaRPr lang="en-US"/>
        </a:p>
      </dgm:t>
    </dgm:pt>
    <dgm:pt modelId="{AC396E28-A040-4444-9CAB-DB7C2C49131E}" type="sibTrans" cxnId="{AD396447-11F5-4EB8-820C-8F9A132E131E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6E0E65C2-3BB5-4274-97B8-644347C4D412}">
      <dgm:prSet phldrT="[Texto]" phldr="0"/>
      <dgm:spPr/>
      <dgm:t>
        <a:bodyPr/>
        <a:lstStyle/>
        <a:p>
          <a:r>
            <a:rPr lang="en-US" noProof="0" dirty="0"/>
            <a:t>Its</a:t>
          </a:r>
        </a:p>
      </dgm:t>
    </dgm:pt>
    <dgm:pt modelId="{111706F6-269C-4A52-BDDF-F62F2341C4CB}" type="parTrans" cxnId="{3C0EBD83-B0C9-4C61-8E76-8C8C81F6A9D6}">
      <dgm:prSet/>
      <dgm:spPr/>
      <dgm:t>
        <a:bodyPr/>
        <a:lstStyle/>
        <a:p>
          <a:endParaRPr lang="en-US"/>
        </a:p>
      </dgm:t>
    </dgm:pt>
    <dgm:pt modelId="{C6496728-346E-449D-B107-B3A54B869813}" type="sibTrans" cxnId="{3C0EBD83-B0C9-4C61-8E76-8C8C81F6A9D6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077F92DD-590D-4145-AF62-C2DD706CA414}">
      <dgm:prSet phldrT="[Texto]" phldr="0"/>
      <dgm:spPr/>
      <dgm:t>
        <a:bodyPr/>
        <a:lstStyle/>
        <a:p>
          <a:r>
            <a:rPr lang="en-US" noProof="0" dirty="0"/>
            <a:t>Ours</a:t>
          </a:r>
        </a:p>
      </dgm:t>
    </dgm:pt>
    <dgm:pt modelId="{6F56C1D8-3615-44F8-9AC2-3176CF23E4BA}" type="parTrans" cxnId="{C500B849-A0DD-460E-AA01-ECE2CE6BA74D}">
      <dgm:prSet/>
      <dgm:spPr/>
      <dgm:t>
        <a:bodyPr/>
        <a:lstStyle/>
        <a:p>
          <a:endParaRPr lang="en-US"/>
        </a:p>
      </dgm:t>
    </dgm:pt>
    <dgm:pt modelId="{6B341390-687B-4E52-81D2-EB48C10B1432}" type="sibTrans" cxnId="{C500B849-A0DD-460E-AA01-ECE2CE6BA74D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A81AA2F8-857F-4A5B-9352-208139464856}">
      <dgm:prSet phldrT="[Texto]" phldr="0"/>
      <dgm:spPr/>
      <dgm:t>
        <a:bodyPr/>
        <a:lstStyle/>
        <a:p>
          <a:r>
            <a:rPr lang="en-US" noProof="0" dirty="0"/>
            <a:t>Yours</a:t>
          </a:r>
        </a:p>
      </dgm:t>
    </dgm:pt>
    <dgm:pt modelId="{FC0F1AC5-652B-4E20-AE8D-CE0720AC6B5C}" type="parTrans" cxnId="{D0DD119F-83E2-48F0-B56A-2DF08FEC37D4}">
      <dgm:prSet/>
      <dgm:spPr/>
      <dgm:t>
        <a:bodyPr/>
        <a:lstStyle/>
        <a:p>
          <a:endParaRPr lang="en-US"/>
        </a:p>
      </dgm:t>
    </dgm:pt>
    <dgm:pt modelId="{4EE09E7A-92DB-4E32-B12B-6DC9361B822C}" type="sibTrans" cxnId="{D0DD119F-83E2-48F0-B56A-2DF08FEC37D4}">
      <dgm:prSet/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F41547DD-C04D-4B62-9E7F-238D8A0F82B5}">
      <dgm:prSet phldrT="[Texto]" phldr="0"/>
      <dgm:spPr/>
      <dgm:t>
        <a:bodyPr/>
        <a:lstStyle/>
        <a:p>
          <a:r>
            <a:rPr lang="en-US" noProof="0" dirty="0"/>
            <a:t>Theirs</a:t>
          </a:r>
        </a:p>
      </dgm:t>
    </dgm:pt>
    <dgm:pt modelId="{82F2CC79-3B01-4EEA-9B9B-C8A3777F71BF}" type="parTrans" cxnId="{2649126F-9D91-4DE1-9FDE-D22DB91D0879}">
      <dgm:prSet/>
      <dgm:spPr/>
      <dgm:t>
        <a:bodyPr/>
        <a:lstStyle/>
        <a:p>
          <a:endParaRPr lang="en-US"/>
        </a:p>
      </dgm:t>
    </dgm:pt>
    <dgm:pt modelId="{7313333C-9379-48C4-AAEA-D406D3B2AB93}" type="sibTrans" cxnId="{2649126F-9D91-4DE1-9FDE-D22DB91D0879}">
      <dgm:prSet/>
      <dgm:spPr/>
      <dgm:t>
        <a:bodyPr/>
        <a:lstStyle/>
        <a:p>
          <a:endParaRPr lang="en-US"/>
        </a:p>
      </dgm:t>
    </dgm:pt>
    <dgm:pt modelId="{7C2903C4-32C1-4E96-BFD9-FDC0DF5DB6B5}" type="pres">
      <dgm:prSet presAssocID="{6F704C93-7F61-41DA-909E-935D6791AD13}" presName="Name0" presStyleCnt="0">
        <dgm:presLayoutVars>
          <dgm:dir/>
          <dgm:animLvl val="lvl"/>
          <dgm:resizeHandles val="exact"/>
        </dgm:presLayoutVars>
      </dgm:prSet>
      <dgm:spPr/>
    </dgm:pt>
    <dgm:pt modelId="{8F19CBB6-E345-45BE-A578-193FB888FA6A}" type="pres">
      <dgm:prSet presAssocID="{90141627-1E83-41A5-9A35-783A034274F2}" presName="vertFlow" presStyleCnt="0"/>
      <dgm:spPr/>
    </dgm:pt>
    <dgm:pt modelId="{1E79D66E-E6D8-47C3-A358-1B6A437993AA}" type="pres">
      <dgm:prSet presAssocID="{90141627-1E83-41A5-9A35-783A034274F2}" presName="header" presStyleLbl="node1" presStyleIdx="0" presStyleCnt="2" custScaleX="59818" custLinFactNeighborX="-36497" custLinFactNeighborY="577"/>
      <dgm:spPr/>
    </dgm:pt>
    <dgm:pt modelId="{A5434FC1-E0D7-42EC-A3B2-4E02DB61F578}" type="pres">
      <dgm:prSet presAssocID="{B825E7EA-2030-40C9-AC0C-1BC31EBCEC3B}" presName="parTrans" presStyleLbl="sibTrans2D1" presStyleIdx="0" presStyleCnt="16"/>
      <dgm:spPr/>
    </dgm:pt>
    <dgm:pt modelId="{E1934D82-0EF9-4A8A-8848-C8E1552C774C}" type="pres">
      <dgm:prSet presAssocID="{FB33862A-C197-4265-A7B9-AAF699716051}" presName="child" presStyleLbl="alignAccFollowNode1" presStyleIdx="0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F15C0168-52AC-4A41-BDEF-F250F82109A5}" type="pres">
      <dgm:prSet presAssocID="{BC7807B4-DE23-4D0E-A4E0-2612D0E67D23}" presName="sibTrans" presStyleLbl="sibTrans2D1" presStyleIdx="1" presStyleCnt="16"/>
      <dgm:spPr/>
    </dgm:pt>
    <dgm:pt modelId="{48B814C4-DCBC-4DDF-8CF5-F48407274C08}" type="pres">
      <dgm:prSet presAssocID="{DB7E758F-9F06-43D8-A9C1-D3D21CFDE6CB}" presName="child" presStyleLbl="alignAccFollowNode1" presStyleIdx="1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BA71DD88-B1F2-4A92-AD63-0A992D0D0810}" type="pres">
      <dgm:prSet presAssocID="{1D09A6DF-14EF-4068-B3BC-A417B6551FBB}" presName="sibTrans" presStyleLbl="sibTrans2D1" presStyleIdx="2" presStyleCnt="16"/>
      <dgm:spPr/>
    </dgm:pt>
    <dgm:pt modelId="{EA585E81-AD17-4257-AFE9-60B4A11FE0DA}" type="pres">
      <dgm:prSet presAssocID="{271C86AB-AB2E-4611-8C25-835428441751}" presName="child" presStyleLbl="alignAccFollowNode1" presStyleIdx="2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644A898D-19DD-435D-A9E7-8BDC6DA58D8C}" type="pres">
      <dgm:prSet presAssocID="{0EF2A7A5-2F58-4702-9443-6DCD10DC7132}" presName="sibTrans" presStyleLbl="sibTrans2D1" presStyleIdx="3" presStyleCnt="16"/>
      <dgm:spPr/>
    </dgm:pt>
    <dgm:pt modelId="{CFBBD16C-212C-4860-AB87-1A7A7E0A95DD}" type="pres">
      <dgm:prSet presAssocID="{DFB123F2-0AC9-4EF1-8C1E-D179BC2187DE}" presName="child" presStyleLbl="alignAccFollowNode1" presStyleIdx="3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1932DB29-1943-4D70-8BE7-E1FB5167CBA1}" type="pres">
      <dgm:prSet presAssocID="{708893A7-E2B4-4E97-9F52-824061B7B00A}" presName="sibTrans" presStyleLbl="sibTrans2D1" presStyleIdx="4" presStyleCnt="16"/>
      <dgm:spPr/>
    </dgm:pt>
    <dgm:pt modelId="{1D2FE5C8-1893-442F-A14F-F34173CB198E}" type="pres">
      <dgm:prSet presAssocID="{D88E1BC9-3961-41A8-9420-E0C7283EE616}" presName="child" presStyleLbl="alignAccFollowNode1" presStyleIdx="4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109F74AB-DF5A-4DE5-8068-EABDE56709EA}" type="pres">
      <dgm:prSet presAssocID="{1A38D6FA-9B2D-4153-BBD7-9BF387CDCC70}" presName="sibTrans" presStyleLbl="sibTrans2D1" presStyleIdx="5" presStyleCnt="16"/>
      <dgm:spPr/>
    </dgm:pt>
    <dgm:pt modelId="{37D05A51-2163-4CB8-B884-A146C062D8B8}" type="pres">
      <dgm:prSet presAssocID="{6BCD5DC3-8D89-4EC8-B7AB-D1D7B27B4B68}" presName="child" presStyleLbl="alignAccFollowNode1" presStyleIdx="5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0DE60DAA-23B7-46F7-88F4-FA9DD7B8EAA7}" type="pres">
      <dgm:prSet presAssocID="{D4D763FF-2A38-48DB-ADEB-B0BF66DA37FC}" presName="sibTrans" presStyleLbl="sibTrans2D1" presStyleIdx="6" presStyleCnt="16"/>
      <dgm:spPr/>
    </dgm:pt>
    <dgm:pt modelId="{B66E4098-45CD-4571-B28B-2A6ECB93792D}" type="pres">
      <dgm:prSet presAssocID="{998B208A-9134-4B7B-B8A5-42C51A4322B6}" presName="child" presStyleLbl="alignAccFollowNode1" presStyleIdx="6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8DCBE9C8-F60F-48B5-8633-3DCBE709E995}" type="pres">
      <dgm:prSet presAssocID="{371ED0A9-182C-429C-87CF-8993295645C6}" presName="sibTrans" presStyleLbl="sibTrans2D1" presStyleIdx="7" presStyleCnt="16"/>
      <dgm:spPr/>
    </dgm:pt>
    <dgm:pt modelId="{5A001CEB-11D9-47E7-83B0-7674C4AA8E39}" type="pres">
      <dgm:prSet presAssocID="{3AEADF55-8DE1-4322-8C5A-97F332E11399}" presName="child" presStyleLbl="alignAccFollowNode1" presStyleIdx="7" presStyleCnt="16" custScaleX="59818" custLinFactNeighborX="-36497" custLinFactNeighborY="577">
        <dgm:presLayoutVars>
          <dgm:chMax val="0"/>
          <dgm:bulletEnabled val="1"/>
        </dgm:presLayoutVars>
      </dgm:prSet>
      <dgm:spPr/>
    </dgm:pt>
    <dgm:pt modelId="{EB8BFCB8-7175-4628-A3F9-E79AE7F4A826}" type="pres">
      <dgm:prSet presAssocID="{90141627-1E83-41A5-9A35-783A034274F2}" presName="hSp" presStyleCnt="0"/>
      <dgm:spPr/>
    </dgm:pt>
    <dgm:pt modelId="{0BBAE4B1-5911-4DF6-B0D3-83D7F44C1E9E}" type="pres">
      <dgm:prSet presAssocID="{769CE6EE-6A95-4BDD-85D3-83AE523D301F}" presName="vertFlow" presStyleCnt="0"/>
      <dgm:spPr/>
    </dgm:pt>
    <dgm:pt modelId="{46609292-F869-4BB6-8978-6D44D7D6BF72}" type="pres">
      <dgm:prSet presAssocID="{769CE6EE-6A95-4BDD-85D3-83AE523D301F}" presName="header" presStyleLbl="node1" presStyleIdx="1" presStyleCnt="2" custScaleX="59818" custLinFactNeighborX="43957" custLinFactNeighborY="-13513"/>
      <dgm:spPr/>
    </dgm:pt>
    <dgm:pt modelId="{5FCC2974-A824-439E-9180-8798A2385AFC}" type="pres">
      <dgm:prSet presAssocID="{5295B42E-8AD0-4924-8968-DA1A4CF417E9}" presName="parTrans" presStyleLbl="sibTrans2D1" presStyleIdx="8" presStyleCnt="16"/>
      <dgm:spPr/>
    </dgm:pt>
    <dgm:pt modelId="{39B82A7B-FE63-4256-B46C-827E8FEAB082}" type="pres">
      <dgm:prSet presAssocID="{E4B26424-02E3-43F5-83F4-CBB3BB0EBC7A}" presName="child" presStyleLbl="alignAccFollowNode1" presStyleIdx="8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FE9133AE-4DDE-492F-AD62-128CFBBD76B3}" type="pres">
      <dgm:prSet presAssocID="{A5D3021E-796C-4E64-BA67-844A20FD498E}" presName="sibTrans" presStyleLbl="sibTrans2D1" presStyleIdx="9" presStyleCnt="16"/>
      <dgm:spPr/>
    </dgm:pt>
    <dgm:pt modelId="{9B4CE390-C153-4613-893F-17C35B5464B3}" type="pres">
      <dgm:prSet presAssocID="{67D949EA-40D1-469C-8DBA-79545B7297F0}" presName="child" presStyleLbl="alignAccFollowNode1" presStyleIdx="9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D5B92D52-EE3F-4112-B3E3-B0041B65FA48}" type="pres">
      <dgm:prSet presAssocID="{A850CF72-06B3-4756-B37C-6E71594B4C94}" presName="sibTrans" presStyleLbl="sibTrans2D1" presStyleIdx="10" presStyleCnt="16"/>
      <dgm:spPr/>
    </dgm:pt>
    <dgm:pt modelId="{A0155A43-A718-4615-BF37-CC90B1CE7F7B}" type="pres">
      <dgm:prSet presAssocID="{3D2FBB57-0CB1-4D88-B69E-9E674FE69FEF}" presName="child" presStyleLbl="alignAccFollowNode1" presStyleIdx="10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C51AEB3F-8829-4660-8D8A-C5A37024A61E}" type="pres">
      <dgm:prSet presAssocID="{7FD4EA3E-42B9-4E15-B062-B13025B26404}" presName="sibTrans" presStyleLbl="sibTrans2D1" presStyleIdx="11" presStyleCnt="16"/>
      <dgm:spPr/>
    </dgm:pt>
    <dgm:pt modelId="{1C50F2C3-398C-4BC7-B7A2-C4CC1B555BCB}" type="pres">
      <dgm:prSet presAssocID="{E42EF4AD-9294-4C88-9A8C-EB1E50BDA925}" presName="child" presStyleLbl="alignAccFollowNode1" presStyleIdx="11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21863CFF-A123-454D-B16C-EFDAF0509C48}" type="pres">
      <dgm:prSet presAssocID="{AC396E28-A040-4444-9CAB-DB7C2C49131E}" presName="sibTrans" presStyleLbl="sibTrans2D1" presStyleIdx="12" presStyleCnt="16"/>
      <dgm:spPr/>
    </dgm:pt>
    <dgm:pt modelId="{16E3BCFC-AB4B-410D-AA5B-284362535FAD}" type="pres">
      <dgm:prSet presAssocID="{6E0E65C2-3BB5-4274-97B8-644347C4D412}" presName="child" presStyleLbl="alignAccFollowNode1" presStyleIdx="12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7EAA9D4E-BD93-49E0-A4A0-5B1412860A1E}" type="pres">
      <dgm:prSet presAssocID="{C6496728-346E-449D-B107-B3A54B869813}" presName="sibTrans" presStyleLbl="sibTrans2D1" presStyleIdx="13" presStyleCnt="16"/>
      <dgm:spPr/>
    </dgm:pt>
    <dgm:pt modelId="{F89FBA11-5557-43FA-93F8-4D87E9C2B4F0}" type="pres">
      <dgm:prSet presAssocID="{077F92DD-590D-4145-AF62-C2DD706CA414}" presName="child" presStyleLbl="alignAccFollowNode1" presStyleIdx="13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4718A2B1-AB82-4279-B27E-8E006716C5D3}" type="pres">
      <dgm:prSet presAssocID="{6B341390-687B-4E52-81D2-EB48C10B1432}" presName="sibTrans" presStyleLbl="sibTrans2D1" presStyleIdx="14" presStyleCnt="16"/>
      <dgm:spPr/>
    </dgm:pt>
    <dgm:pt modelId="{B9AE49B7-F1BC-4E49-9A39-19FA001EB53E}" type="pres">
      <dgm:prSet presAssocID="{A81AA2F8-857F-4A5B-9352-208139464856}" presName="child" presStyleLbl="alignAccFollowNode1" presStyleIdx="14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  <dgm:pt modelId="{D2394897-9D33-47DF-98BA-53829A48FE54}" type="pres">
      <dgm:prSet presAssocID="{4EE09E7A-92DB-4E32-B12B-6DC9361B822C}" presName="sibTrans" presStyleLbl="sibTrans2D1" presStyleIdx="15" presStyleCnt="16"/>
      <dgm:spPr/>
    </dgm:pt>
    <dgm:pt modelId="{BE1C4F8D-4EFE-4FF0-975C-0642E472A852}" type="pres">
      <dgm:prSet presAssocID="{F41547DD-C04D-4B62-9E7F-238D8A0F82B5}" presName="child" presStyleLbl="alignAccFollowNode1" presStyleIdx="15" presStyleCnt="16" custScaleX="59818" custLinFactNeighborX="43957" custLinFactNeighborY="-13513">
        <dgm:presLayoutVars>
          <dgm:chMax val="0"/>
          <dgm:bulletEnabled val="1"/>
        </dgm:presLayoutVars>
      </dgm:prSet>
      <dgm:spPr/>
    </dgm:pt>
  </dgm:ptLst>
  <dgm:cxnLst>
    <dgm:cxn modelId="{A8DEC10E-467D-412E-8B78-3C8268D99E0C}" srcId="{90141627-1E83-41A5-9A35-783A034274F2}" destId="{3AEADF55-8DE1-4322-8C5A-97F332E11399}" srcOrd="7" destOrd="0" parTransId="{9FE7178F-B858-40FC-8CA3-55D95F4DD844}" sibTransId="{D41BF403-4CF1-4151-9777-4FD43BE2BA55}"/>
    <dgm:cxn modelId="{CF17EC1E-9643-4302-A84A-7A7AB6622902}" type="presOf" srcId="{708893A7-E2B4-4E97-9F52-824061B7B00A}" destId="{1932DB29-1943-4D70-8BE7-E1FB5167CBA1}" srcOrd="0" destOrd="0" presId="urn:microsoft.com/office/officeart/2005/8/layout/lProcess1"/>
    <dgm:cxn modelId="{2E8BF71E-CD30-4593-A667-D9F8A8E5510E}" srcId="{6F704C93-7F61-41DA-909E-935D6791AD13}" destId="{769CE6EE-6A95-4BDD-85D3-83AE523D301F}" srcOrd="1" destOrd="0" parTransId="{43798D83-864D-40DA-9A34-C2113FA3D94D}" sibTransId="{0456CED4-AE90-4522-AEEE-D9E60961BBA9}"/>
    <dgm:cxn modelId="{6219F822-975C-4097-B864-A25BB645EB05}" type="presOf" srcId="{DB7E758F-9F06-43D8-A9C1-D3D21CFDE6CB}" destId="{48B814C4-DCBC-4DDF-8CF5-F48407274C08}" srcOrd="0" destOrd="0" presId="urn:microsoft.com/office/officeart/2005/8/layout/lProcess1"/>
    <dgm:cxn modelId="{6D6A5524-E67B-4350-8137-DF248088BA09}" type="presOf" srcId="{D88E1BC9-3961-41A8-9420-E0C7283EE616}" destId="{1D2FE5C8-1893-442F-A14F-F34173CB198E}" srcOrd="0" destOrd="0" presId="urn:microsoft.com/office/officeart/2005/8/layout/lProcess1"/>
    <dgm:cxn modelId="{09B5C526-1277-4C57-B335-2FB437E3F2BD}" srcId="{90141627-1E83-41A5-9A35-783A034274F2}" destId="{DFB123F2-0AC9-4EF1-8C1E-D179BC2187DE}" srcOrd="3" destOrd="0" parTransId="{5B17B0E0-9420-40B7-8E6E-EE3BE79E7638}" sibTransId="{708893A7-E2B4-4E97-9F52-824061B7B00A}"/>
    <dgm:cxn modelId="{72964B28-8B20-4F61-844D-6F7A98255007}" srcId="{90141627-1E83-41A5-9A35-783A034274F2}" destId="{D88E1BC9-3961-41A8-9420-E0C7283EE616}" srcOrd="4" destOrd="0" parTransId="{A3B8BD66-B54B-4427-8283-00E21EF19BCA}" sibTransId="{1A38D6FA-9B2D-4153-BBD7-9BF387CDCC70}"/>
    <dgm:cxn modelId="{0B01CC38-B601-4948-9A52-905617114206}" type="presOf" srcId="{271C86AB-AB2E-4611-8C25-835428441751}" destId="{EA585E81-AD17-4257-AFE9-60B4A11FE0DA}" srcOrd="0" destOrd="0" presId="urn:microsoft.com/office/officeart/2005/8/layout/lProcess1"/>
    <dgm:cxn modelId="{7AAF953D-7E66-4DB6-9CA0-3AC01A60B9CE}" type="presOf" srcId="{BC7807B4-DE23-4D0E-A4E0-2612D0E67D23}" destId="{F15C0168-52AC-4A41-BDEF-F250F82109A5}" srcOrd="0" destOrd="0" presId="urn:microsoft.com/office/officeart/2005/8/layout/lProcess1"/>
    <dgm:cxn modelId="{A93D223F-F68C-436B-957E-28A40E226690}" srcId="{769CE6EE-6A95-4BDD-85D3-83AE523D301F}" destId="{67D949EA-40D1-469C-8DBA-79545B7297F0}" srcOrd="1" destOrd="0" parTransId="{837B08C0-5A8E-480C-8D64-6C43F7EF24D9}" sibTransId="{A850CF72-06B3-4756-B37C-6E71594B4C94}"/>
    <dgm:cxn modelId="{D8108B63-6674-45BF-8F3E-5349A147551B}" type="presOf" srcId="{FB33862A-C197-4265-A7B9-AAF699716051}" destId="{E1934D82-0EF9-4A8A-8848-C8E1552C774C}" srcOrd="0" destOrd="0" presId="urn:microsoft.com/office/officeart/2005/8/layout/lProcess1"/>
    <dgm:cxn modelId="{48EA8A64-0C13-44D0-85D7-FCD99F8D4CFF}" srcId="{769CE6EE-6A95-4BDD-85D3-83AE523D301F}" destId="{3D2FBB57-0CB1-4D88-B69E-9E674FE69FEF}" srcOrd="2" destOrd="0" parTransId="{3F33F02F-9DEF-48CB-BA19-8C6C422E709D}" sibTransId="{7FD4EA3E-42B9-4E15-B062-B13025B26404}"/>
    <dgm:cxn modelId="{AD396447-11F5-4EB8-820C-8F9A132E131E}" srcId="{769CE6EE-6A95-4BDD-85D3-83AE523D301F}" destId="{E42EF4AD-9294-4C88-9A8C-EB1E50BDA925}" srcOrd="3" destOrd="0" parTransId="{EF35A4DB-3280-4425-94E3-E304E1CA9EF5}" sibTransId="{AC396E28-A040-4444-9CAB-DB7C2C49131E}"/>
    <dgm:cxn modelId="{C500B849-A0DD-460E-AA01-ECE2CE6BA74D}" srcId="{769CE6EE-6A95-4BDD-85D3-83AE523D301F}" destId="{077F92DD-590D-4145-AF62-C2DD706CA414}" srcOrd="5" destOrd="0" parTransId="{6F56C1D8-3615-44F8-9AC2-3176CF23E4BA}" sibTransId="{6B341390-687B-4E52-81D2-EB48C10B1432}"/>
    <dgm:cxn modelId="{C4E13C6B-83C9-4433-8F9A-D879D3AF7D43}" type="presOf" srcId="{A81AA2F8-857F-4A5B-9352-208139464856}" destId="{B9AE49B7-F1BC-4E49-9A39-19FA001EB53E}" srcOrd="0" destOrd="0" presId="urn:microsoft.com/office/officeart/2005/8/layout/lProcess1"/>
    <dgm:cxn modelId="{C77C686B-3256-465D-B7FF-D568B6D1A70C}" type="presOf" srcId="{DFB123F2-0AC9-4EF1-8C1E-D179BC2187DE}" destId="{CFBBD16C-212C-4860-AB87-1A7A7E0A95DD}" srcOrd="0" destOrd="0" presId="urn:microsoft.com/office/officeart/2005/8/layout/lProcess1"/>
    <dgm:cxn modelId="{91EA124D-9744-487D-A89A-9FB89C9542AB}" type="presOf" srcId="{90141627-1E83-41A5-9A35-783A034274F2}" destId="{1E79D66E-E6D8-47C3-A358-1B6A437993AA}" srcOrd="0" destOrd="0" presId="urn:microsoft.com/office/officeart/2005/8/layout/lProcess1"/>
    <dgm:cxn modelId="{2649126F-9D91-4DE1-9FDE-D22DB91D0879}" srcId="{769CE6EE-6A95-4BDD-85D3-83AE523D301F}" destId="{F41547DD-C04D-4B62-9E7F-238D8A0F82B5}" srcOrd="7" destOrd="0" parTransId="{82F2CC79-3B01-4EEA-9B9B-C8A3777F71BF}" sibTransId="{7313333C-9379-48C4-AAEA-D406D3B2AB93}"/>
    <dgm:cxn modelId="{6EB15452-6E69-4916-8619-8FF55D314BA1}" type="presOf" srcId="{67D949EA-40D1-469C-8DBA-79545B7297F0}" destId="{9B4CE390-C153-4613-893F-17C35B5464B3}" srcOrd="0" destOrd="0" presId="urn:microsoft.com/office/officeart/2005/8/layout/lProcess1"/>
    <dgm:cxn modelId="{BA9F2D7A-11F0-4D48-939C-03F71FC6688A}" type="presOf" srcId="{6F704C93-7F61-41DA-909E-935D6791AD13}" destId="{7C2903C4-32C1-4E96-BFD9-FDC0DF5DB6B5}" srcOrd="0" destOrd="0" presId="urn:microsoft.com/office/officeart/2005/8/layout/lProcess1"/>
    <dgm:cxn modelId="{3E539B7B-7A9A-4F80-B820-BC21C6355431}" type="presOf" srcId="{077F92DD-590D-4145-AF62-C2DD706CA414}" destId="{F89FBA11-5557-43FA-93F8-4D87E9C2B4F0}" srcOrd="0" destOrd="0" presId="urn:microsoft.com/office/officeart/2005/8/layout/lProcess1"/>
    <dgm:cxn modelId="{41D2277E-E24E-4CD3-A860-390209AAFEE3}" type="presOf" srcId="{D4D763FF-2A38-48DB-ADEB-B0BF66DA37FC}" destId="{0DE60DAA-23B7-46F7-88F4-FA9DD7B8EAA7}" srcOrd="0" destOrd="0" presId="urn:microsoft.com/office/officeart/2005/8/layout/lProcess1"/>
    <dgm:cxn modelId="{091F9183-E1CD-4562-BC69-A6810A192262}" type="presOf" srcId="{4EE09E7A-92DB-4E32-B12B-6DC9361B822C}" destId="{D2394897-9D33-47DF-98BA-53829A48FE54}" srcOrd="0" destOrd="0" presId="urn:microsoft.com/office/officeart/2005/8/layout/lProcess1"/>
    <dgm:cxn modelId="{3C0EBD83-B0C9-4C61-8E76-8C8C81F6A9D6}" srcId="{769CE6EE-6A95-4BDD-85D3-83AE523D301F}" destId="{6E0E65C2-3BB5-4274-97B8-644347C4D412}" srcOrd="4" destOrd="0" parTransId="{111706F6-269C-4A52-BDDF-F62F2341C4CB}" sibTransId="{C6496728-346E-449D-B107-B3A54B869813}"/>
    <dgm:cxn modelId="{8A96CB8A-BB12-47A0-A928-7E1ECB44CE0C}" type="presOf" srcId="{6E0E65C2-3BB5-4274-97B8-644347C4D412}" destId="{16E3BCFC-AB4B-410D-AA5B-284362535FAD}" srcOrd="0" destOrd="0" presId="urn:microsoft.com/office/officeart/2005/8/layout/lProcess1"/>
    <dgm:cxn modelId="{5D10528C-F51D-4D1B-9DDD-149945AF5DD5}" type="presOf" srcId="{3D2FBB57-0CB1-4D88-B69E-9E674FE69FEF}" destId="{A0155A43-A718-4615-BF37-CC90B1CE7F7B}" srcOrd="0" destOrd="0" presId="urn:microsoft.com/office/officeart/2005/8/layout/lProcess1"/>
    <dgm:cxn modelId="{FCFE378E-6D0D-498F-BEE8-8B55BFF6B873}" type="presOf" srcId="{E42EF4AD-9294-4C88-9A8C-EB1E50BDA925}" destId="{1C50F2C3-398C-4BC7-B7A2-C4CC1B555BCB}" srcOrd="0" destOrd="0" presId="urn:microsoft.com/office/officeart/2005/8/layout/lProcess1"/>
    <dgm:cxn modelId="{00686C8E-9C63-4D80-98EF-6F0414C5A67C}" type="presOf" srcId="{F41547DD-C04D-4B62-9E7F-238D8A0F82B5}" destId="{BE1C4F8D-4EFE-4FF0-975C-0642E472A852}" srcOrd="0" destOrd="0" presId="urn:microsoft.com/office/officeart/2005/8/layout/lProcess1"/>
    <dgm:cxn modelId="{E13E5190-50BC-4E0E-A79E-0940305951A4}" type="presOf" srcId="{A5D3021E-796C-4E64-BA67-844A20FD498E}" destId="{FE9133AE-4DDE-492F-AD62-128CFBBD76B3}" srcOrd="0" destOrd="0" presId="urn:microsoft.com/office/officeart/2005/8/layout/lProcess1"/>
    <dgm:cxn modelId="{1F585C93-CEA7-4FDE-B5DC-17C7D8CF892A}" srcId="{769CE6EE-6A95-4BDD-85D3-83AE523D301F}" destId="{E4B26424-02E3-43F5-83F4-CBB3BB0EBC7A}" srcOrd="0" destOrd="0" parTransId="{5295B42E-8AD0-4924-8968-DA1A4CF417E9}" sibTransId="{A5D3021E-796C-4E64-BA67-844A20FD498E}"/>
    <dgm:cxn modelId="{B26B6193-CE3E-4F73-A295-2F4624AF3076}" type="presOf" srcId="{5295B42E-8AD0-4924-8968-DA1A4CF417E9}" destId="{5FCC2974-A824-439E-9180-8798A2385AFC}" srcOrd="0" destOrd="0" presId="urn:microsoft.com/office/officeart/2005/8/layout/lProcess1"/>
    <dgm:cxn modelId="{D0DD119F-83E2-48F0-B56A-2DF08FEC37D4}" srcId="{769CE6EE-6A95-4BDD-85D3-83AE523D301F}" destId="{A81AA2F8-857F-4A5B-9352-208139464856}" srcOrd="6" destOrd="0" parTransId="{FC0F1AC5-652B-4E20-AE8D-CE0720AC6B5C}" sibTransId="{4EE09E7A-92DB-4E32-B12B-6DC9361B822C}"/>
    <dgm:cxn modelId="{C7923FA7-4448-4AC5-89AC-1ECB01D82D0D}" type="presOf" srcId="{998B208A-9134-4B7B-B8A5-42C51A4322B6}" destId="{B66E4098-45CD-4571-B28B-2A6ECB93792D}" srcOrd="0" destOrd="0" presId="urn:microsoft.com/office/officeart/2005/8/layout/lProcess1"/>
    <dgm:cxn modelId="{1A81A9AB-7BC0-436A-9162-7F1079913CD0}" type="presOf" srcId="{6BCD5DC3-8D89-4EC8-B7AB-D1D7B27B4B68}" destId="{37D05A51-2163-4CB8-B884-A146C062D8B8}" srcOrd="0" destOrd="0" presId="urn:microsoft.com/office/officeart/2005/8/layout/lProcess1"/>
    <dgm:cxn modelId="{BEBB7FAE-DF62-401B-A30E-32D19904890E}" srcId="{90141627-1E83-41A5-9A35-783A034274F2}" destId="{998B208A-9134-4B7B-B8A5-42C51A4322B6}" srcOrd="6" destOrd="0" parTransId="{F0BD8171-D629-4CBE-9849-CA4B7433E235}" sibTransId="{371ED0A9-182C-429C-87CF-8993295645C6}"/>
    <dgm:cxn modelId="{B0B8D3B3-9CAE-466D-B999-1D447A6A1749}" type="presOf" srcId="{1A38D6FA-9B2D-4153-BBD7-9BF387CDCC70}" destId="{109F74AB-DF5A-4DE5-8068-EABDE56709EA}" srcOrd="0" destOrd="0" presId="urn:microsoft.com/office/officeart/2005/8/layout/lProcess1"/>
    <dgm:cxn modelId="{630666B9-AFB4-4101-8480-231EA2F348FD}" type="presOf" srcId="{C6496728-346E-449D-B107-B3A54B869813}" destId="{7EAA9D4E-BD93-49E0-A4A0-5B1412860A1E}" srcOrd="0" destOrd="0" presId="urn:microsoft.com/office/officeart/2005/8/layout/lProcess1"/>
    <dgm:cxn modelId="{8EC00EBB-A2A3-4862-B5F0-598AD5A2504A}" type="presOf" srcId="{3AEADF55-8DE1-4322-8C5A-97F332E11399}" destId="{5A001CEB-11D9-47E7-83B0-7674C4AA8E39}" srcOrd="0" destOrd="0" presId="urn:microsoft.com/office/officeart/2005/8/layout/lProcess1"/>
    <dgm:cxn modelId="{D8B5CCBE-01AD-482C-9039-E0DEB75667F0}" srcId="{90141627-1E83-41A5-9A35-783A034274F2}" destId="{271C86AB-AB2E-4611-8C25-835428441751}" srcOrd="2" destOrd="0" parTransId="{ACF74E45-F8A6-4C15-8355-DC6E221C6195}" sibTransId="{0EF2A7A5-2F58-4702-9443-6DCD10DC7132}"/>
    <dgm:cxn modelId="{2DA5E6C0-2AE1-43F3-B6FF-88DE260A0C29}" type="presOf" srcId="{7FD4EA3E-42B9-4E15-B062-B13025B26404}" destId="{C51AEB3F-8829-4660-8D8A-C5A37024A61E}" srcOrd="0" destOrd="0" presId="urn:microsoft.com/office/officeart/2005/8/layout/lProcess1"/>
    <dgm:cxn modelId="{85CC8BC8-770A-49F4-B1FA-5C8FF1D6EBB8}" type="presOf" srcId="{371ED0A9-182C-429C-87CF-8993295645C6}" destId="{8DCBE9C8-F60F-48B5-8633-3DCBE709E995}" srcOrd="0" destOrd="0" presId="urn:microsoft.com/office/officeart/2005/8/layout/lProcess1"/>
    <dgm:cxn modelId="{F48077CD-85FA-4D19-92DC-A2E0FAE02C37}" type="presOf" srcId="{A850CF72-06B3-4756-B37C-6E71594B4C94}" destId="{D5B92D52-EE3F-4112-B3E3-B0041B65FA48}" srcOrd="0" destOrd="0" presId="urn:microsoft.com/office/officeart/2005/8/layout/lProcess1"/>
    <dgm:cxn modelId="{5B57D2CE-D367-4D4A-8EE9-415F4F6B13F1}" type="presOf" srcId="{E4B26424-02E3-43F5-83F4-CBB3BB0EBC7A}" destId="{39B82A7B-FE63-4256-B46C-827E8FEAB082}" srcOrd="0" destOrd="0" presId="urn:microsoft.com/office/officeart/2005/8/layout/lProcess1"/>
    <dgm:cxn modelId="{506BAED5-5086-481B-87DD-89731278E614}" srcId="{90141627-1E83-41A5-9A35-783A034274F2}" destId="{DB7E758F-9F06-43D8-A9C1-D3D21CFDE6CB}" srcOrd="1" destOrd="0" parTransId="{A7884491-7090-4A51-98BB-DEB7C2FB4048}" sibTransId="{1D09A6DF-14EF-4068-B3BC-A417B6551FBB}"/>
    <dgm:cxn modelId="{D5DACCDD-2743-4392-A5EA-A0BB582BADBF}" srcId="{90141627-1E83-41A5-9A35-783A034274F2}" destId="{6BCD5DC3-8D89-4EC8-B7AB-D1D7B27B4B68}" srcOrd="5" destOrd="0" parTransId="{FB1004F1-10DF-4A31-AF1D-FB0EF7529157}" sibTransId="{D4D763FF-2A38-48DB-ADEB-B0BF66DA37FC}"/>
    <dgm:cxn modelId="{0E55BDDF-5CF8-428C-A6FF-54142351B754}" type="presOf" srcId="{0EF2A7A5-2F58-4702-9443-6DCD10DC7132}" destId="{644A898D-19DD-435D-A9E7-8BDC6DA58D8C}" srcOrd="0" destOrd="0" presId="urn:microsoft.com/office/officeart/2005/8/layout/lProcess1"/>
    <dgm:cxn modelId="{2079D6E3-1C94-4C1F-BA8C-9A0F7891FA6C}" type="presOf" srcId="{AC396E28-A040-4444-9CAB-DB7C2C49131E}" destId="{21863CFF-A123-454D-B16C-EFDAF0509C48}" srcOrd="0" destOrd="0" presId="urn:microsoft.com/office/officeart/2005/8/layout/lProcess1"/>
    <dgm:cxn modelId="{CF9F7EE4-C3D4-482B-8D55-A920C655BB98}" srcId="{90141627-1E83-41A5-9A35-783A034274F2}" destId="{FB33862A-C197-4265-A7B9-AAF699716051}" srcOrd="0" destOrd="0" parTransId="{B825E7EA-2030-40C9-AC0C-1BC31EBCEC3B}" sibTransId="{BC7807B4-DE23-4D0E-A4E0-2612D0E67D23}"/>
    <dgm:cxn modelId="{E3ED13E6-842E-4D20-BE98-933571C1FC76}" type="presOf" srcId="{6B341390-687B-4E52-81D2-EB48C10B1432}" destId="{4718A2B1-AB82-4279-B27E-8E006716C5D3}" srcOrd="0" destOrd="0" presId="urn:microsoft.com/office/officeart/2005/8/layout/lProcess1"/>
    <dgm:cxn modelId="{3AE009F1-4A9A-40F6-8A34-2815FAE46186}" type="presOf" srcId="{769CE6EE-6A95-4BDD-85D3-83AE523D301F}" destId="{46609292-F869-4BB6-8978-6D44D7D6BF72}" srcOrd="0" destOrd="0" presId="urn:microsoft.com/office/officeart/2005/8/layout/lProcess1"/>
    <dgm:cxn modelId="{332868F4-CD1E-4DA4-B19A-97441C5A1399}" type="presOf" srcId="{B825E7EA-2030-40C9-AC0C-1BC31EBCEC3B}" destId="{A5434FC1-E0D7-42EC-A3B2-4E02DB61F578}" srcOrd="0" destOrd="0" presId="urn:microsoft.com/office/officeart/2005/8/layout/lProcess1"/>
    <dgm:cxn modelId="{F2705CF9-0E0D-4626-A1E7-09B6BB38344C}" srcId="{6F704C93-7F61-41DA-909E-935D6791AD13}" destId="{90141627-1E83-41A5-9A35-783A034274F2}" srcOrd="0" destOrd="0" parTransId="{3EFA363D-197B-4C11-AB32-4A9B269894F2}" sibTransId="{7B9F33DF-0CDE-4AB6-9B44-7D1DA61653AF}"/>
    <dgm:cxn modelId="{34709AFD-0A35-4445-A478-914E30086842}" type="presOf" srcId="{1D09A6DF-14EF-4068-B3BC-A417B6551FBB}" destId="{BA71DD88-B1F2-4A92-AD63-0A992D0D0810}" srcOrd="0" destOrd="0" presId="urn:microsoft.com/office/officeart/2005/8/layout/lProcess1"/>
    <dgm:cxn modelId="{20F3F5CF-FD90-4F31-A1DD-37E5ED5F4A6F}" type="presParOf" srcId="{7C2903C4-32C1-4E96-BFD9-FDC0DF5DB6B5}" destId="{8F19CBB6-E345-45BE-A578-193FB888FA6A}" srcOrd="0" destOrd="0" presId="urn:microsoft.com/office/officeart/2005/8/layout/lProcess1"/>
    <dgm:cxn modelId="{3D094AE2-D75C-4B79-A263-09F3C198FEB0}" type="presParOf" srcId="{8F19CBB6-E345-45BE-A578-193FB888FA6A}" destId="{1E79D66E-E6D8-47C3-A358-1B6A437993AA}" srcOrd="0" destOrd="0" presId="urn:microsoft.com/office/officeart/2005/8/layout/lProcess1"/>
    <dgm:cxn modelId="{D03ACE7C-4FD5-41CF-B490-FAA9B1A076A8}" type="presParOf" srcId="{8F19CBB6-E345-45BE-A578-193FB888FA6A}" destId="{A5434FC1-E0D7-42EC-A3B2-4E02DB61F578}" srcOrd="1" destOrd="0" presId="urn:microsoft.com/office/officeart/2005/8/layout/lProcess1"/>
    <dgm:cxn modelId="{350EC5F1-B245-48B1-876F-4845901827F8}" type="presParOf" srcId="{8F19CBB6-E345-45BE-A578-193FB888FA6A}" destId="{E1934D82-0EF9-4A8A-8848-C8E1552C774C}" srcOrd="2" destOrd="0" presId="urn:microsoft.com/office/officeart/2005/8/layout/lProcess1"/>
    <dgm:cxn modelId="{CA0EB7FD-7AB6-4CF4-AFA8-F8AC8E2FB1D4}" type="presParOf" srcId="{8F19CBB6-E345-45BE-A578-193FB888FA6A}" destId="{F15C0168-52AC-4A41-BDEF-F250F82109A5}" srcOrd="3" destOrd="0" presId="urn:microsoft.com/office/officeart/2005/8/layout/lProcess1"/>
    <dgm:cxn modelId="{FF4231D6-328C-457F-BF36-C6010EA42B98}" type="presParOf" srcId="{8F19CBB6-E345-45BE-A578-193FB888FA6A}" destId="{48B814C4-DCBC-4DDF-8CF5-F48407274C08}" srcOrd="4" destOrd="0" presId="urn:microsoft.com/office/officeart/2005/8/layout/lProcess1"/>
    <dgm:cxn modelId="{C9B10456-ED81-4CF4-9F89-FA23F5F1FC86}" type="presParOf" srcId="{8F19CBB6-E345-45BE-A578-193FB888FA6A}" destId="{BA71DD88-B1F2-4A92-AD63-0A992D0D0810}" srcOrd="5" destOrd="0" presId="urn:microsoft.com/office/officeart/2005/8/layout/lProcess1"/>
    <dgm:cxn modelId="{19E79A2F-C5C6-4494-8A0B-5F7EAD558100}" type="presParOf" srcId="{8F19CBB6-E345-45BE-A578-193FB888FA6A}" destId="{EA585E81-AD17-4257-AFE9-60B4A11FE0DA}" srcOrd="6" destOrd="0" presId="urn:microsoft.com/office/officeart/2005/8/layout/lProcess1"/>
    <dgm:cxn modelId="{B2EF7601-6D15-4E7C-9CDA-0054FE6C493B}" type="presParOf" srcId="{8F19CBB6-E345-45BE-A578-193FB888FA6A}" destId="{644A898D-19DD-435D-A9E7-8BDC6DA58D8C}" srcOrd="7" destOrd="0" presId="urn:microsoft.com/office/officeart/2005/8/layout/lProcess1"/>
    <dgm:cxn modelId="{4957563A-3599-4A17-8B5D-2DF1B9AD3133}" type="presParOf" srcId="{8F19CBB6-E345-45BE-A578-193FB888FA6A}" destId="{CFBBD16C-212C-4860-AB87-1A7A7E0A95DD}" srcOrd="8" destOrd="0" presId="urn:microsoft.com/office/officeart/2005/8/layout/lProcess1"/>
    <dgm:cxn modelId="{02CD36EB-2A80-4C6D-ABAA-576D2BA3FC89}" type="presParOf" srcId="{8F19CBB6-E345-45BE-A578-193FB888FA6A}" destId="{1932DB29-1943-4D70-8BE7-E1FB5167CBA1}" srcOrd="9" destOrd="0" presId="urn:microsoft.com/office/officeart/2005/8/layout/lProcess1"/>
    <dgm:cxn modelId="{961B7BFD-CAC6-4A66-AEDF-C1DFF42AFB88}" type="presParOf" srcId="{8F19CBB6-E345-45BE-A578-193FB888FA6A}" destId="{1D2FE5C8-1893-442F-A14F-F34173CB198E}" srcOrd="10" destOrd="0" presId="urn:microsoft.com/office/officeart/2005/8/layout/lProcess1"/>
    <dgm:cxn modelId="{2458FC40-55DB-43CB-A8BB-AA4FCB6092AD}" type="presParOf" srcId="{8F19CBB6-E345-45BE-A578-193FB888FA6A}" destId="{109F74AB-DF5A-4DE5-8068-EABDE56709EA}" srcOrd="11" destOrd="0" presId="urn:microsoft.com/office/officeart/2005/8/layout/lProcess1"/>
    <dgm:cxn modelId="{57BA5AF9-FDF4-4DE9-B5D5-9BFF5924EE16}" type="presParOf" srcId="{8F19CBB6-E345-45BE-A578-193FB888FA6A}" destId="{37D05A51-2163-4CB8-B884-A146C062D8B8}" srcOrd="12" destOrd="0" presId="urn:microsoft.com/office/officeart/2005/8/layout/lProcess1"/>
    <dgm:cxn modelId="{A45A376B-DFA1-47BD-9FF1-36D6AB6D051D}" type="presParOf" srcId="{8F19CBB6-E345-45BE-A578-193FB888FA6A}" destId="{0DE60DAA-23B7-46F7-88F4-FA9DD7B8EAA7}" srcOrd="13" destOrd="0" presId="urn:microsoft.com/office/officeart/2005/8/layout/lProcess1"/>
    <dgm:cxn modelId="{AC60BF16-4A54-4341-A820-E0422ECDF0A7}" type="presParOf" srcId="{8F19CBB6-E345-45BE-A578-193FB888FA6A}" destId="{B66E4098-45CD-4571-B28B-2A6ECB93792D}" srcOrd="14" destOrd="0" presId="urn:microsoft.com/office/officeart/2005/8/layout/lProcess1"/>
    <dgm:cxn modelId="{C231F850-DA1E-460F-AB59-BE44C1F28A3A}" type="presParOf" srcId="{8F19CBB6-E345-45BE-A578-193FB888FA6A}" destId="{8DCBE9C8-F60F-48B5-8633-3DCBE709E995}" srcOrd="15" destOrd="0" presId="urn:microsoft.com/office/officeart/2005/8/layout/lProcess1"/>
    <dgm:cxn modelId="{186175C7-48FB-4D99-B9EA-2CBB665F4097}" type="presParOf" srcId="{8F19CBB6-E345-45BE-A578-193FB888FA6A}" destId="{5A001CEB-11D9-47E7-83B0-7674C4AA8E39}" srcOrd="16" destOrd="0" presId="urn:microsoft.com/office/officeart/2005/8/layout/lProcess1"/>
    <dgm:cxn modelId="{56D5BC25-90A6-41A1-AE7F-C5973F0E7597}" type="presParOf" srcId="{7C2903C4-32C1-4E96-BFD9-FDC0DF5DB6B5}" destId="{EB8BFCB8-7175-4628-A3F9-E79AE7F4A826}" srcOrd="1" destOrd="0" presId="urn:microsoft.com/office/officeart/2005/8/layout/lProcess1"/>
    <dgm:cxn modelId="{A0EC0CE0-94E1-4D10-B53C-756375073677}" type="presParOf" srcId="{7C2903C4-32C1-4E96-BFD9-FDC0DF5DB6B5}" destId="{0BBAE4B1-5911-4DF6-B0D3-83D7F44C1E9E}" srcOrd="2" destOrd="0" presId="urn:microsoft.com/office/officeart/2005/8/layout/lProcess1"/>
    <dgm:cxn modelId="{80C8940C-4945-445E-B1AD-05CA683C1B63}" type="presParOf" srcId="{0BBAE4B1-5911-4DF6-B0D3-83D7F44C1E9E}" destId="{46609292-F869-4BB6-8978-6D44D7D6BF72}" srcOrd="0" destOrd="0" presId="urn:microsoft.com/office/officeart/2005/8/layout/lProcess1"/>
    <dgm:cxn modelId="{08A9BC15-2578-462E-9F9E-792FF1C25F8C}" type="presParOf" srcId="{0BBAE4B1-5911-4DF6-B0D3-83D7F44C1E9E}" destId="{5FCC2974-A824-439E-9180-8798A2385AFC}" srcOrd="1" destOrd="0" presId="urn:microsoft.com/office/officeart/2005/8/layout/lProcess1"/>
    <dgm:cxn modelId="{388C5678-D693-4A3E-8F6C-ADB35EA74D8E}" type="presParOf" srcId="{0BBAE4B1-5911-4DF6-B0D3-83D7F44C1E9E}" destId="{39B82A7B-FE63-4256-B46C-827E8FEAB082}" srcOrd="2" destOrd="0" presId="urn:microsoft.com/office/officeart/2005/8/layout/lProcess1"/>
    <dgm:cxn modelId="{735DEAF7-0072-49CC-9DC6-263351746CFF}" type="presParOf" srcId="{0BBAE4B1-5911-4DF6-B0D3-83D7F44C1E9E}" destId="{FE9133AE-4DDE-492F-AD62-128CFBBD76B3}" srcOrd="3" destOrd="0" presId="urn:microsoft.com/office/officeart/2005/8/layout/lProcess1"/>
    <dgm:cxn modelId="{9E8ADC60-8EBB-455A-86FF-28BE721AFC0D}" type="presParOf" srcId="{0BBAE4B1-5911-4DF6-B0D3-83D7F44C1E9E}" destId="{9B4CE390-C153-4613-893F-17C35B5464B3}" srcOrd="4" destOrd="0" presId="urn:microsoft.com/office/officeart/2005/8/layout/lProcess1"/>
    <dgm:cxn modelId="{ACE6F4D5-F36E-481F-9A02-2EE7E9BC3234}" type="presParOf" srcId="{0BBAE4B1-5911-4DF6-B0D3-83D7F44C1E9E}" destId="{D5B92D52-EE3F-4112-B3E3-B0041B65FA48}" srcOrd="5" destOrd="0" presId="urn:microsoft.com/office/officeart/2005/8/layout/lProcess1"/>
    <dgm:cxn modelId="{6CEA9BA7-90BE-4DB5-AD8A-7DF21140766E}" type="presParOf" srcId="{0BBAE4B1-5911-4DF6-B0D3-83D7F44C1E9E}" destId="{A0155A43-A718-4615-BF37-CC90B1CE7F7B}" srcOrd="6" destOrd="0" presId="urn:microsoft.com/office/officeart/2005/8/layout/lProcess1"/>
    <dgm:cxn modelId="{6A07114B-CF05-487F-8FBB-3254C25F2439}" type="presParOf" srcId="{0BBAE4B1-5911-4DF6-B0D3-83D7F44C1E9E}" destId="{C51AEB3F-8829-4660-8D8A-C5A37024A61E}" srcOrd="7" destOrd="0" presId="urn:microsoft.com/office/officeart/2005/8/layout/lProcess1"/>
    <dgm:cxn modelId="{295789E0-4178-4C78-80E4-59B6A6FA5932}" type="presParOf" srcId="{0BBAE4B1-5911-4DF6-B0D3-83D7F44C1E9E}" destId="{1C50F2C3-398C-4BC7-B7A2-C4CC1B555BCB}" srcOrd="8" destOrd="0" presId="urn:microsoft.com/office/officeart/2005/8/layout/lProcess1"/>
    <dgm:cxn modelId="{CEA45B09-0BF2-4F42-86F2-87820F97E623}" type="presParOf" srcId="{0BBAE4B1-5911-4DF6-B0D3-83D7F44C1E9E}" destId="{21863CFF-A123-454D-B16C-EFDAF0509C48}" srcOrd="9" destOrd="0" presId="urn:microsoft.com/office/officeart/2005/8/layout/lProcess1"/>
    <dgm:cxn modelId="{06085E8D-DB0C-4349-9CDD-3CEFE119109F}" type="presParOf" srcId="{0BBAE4B1-5911-4DF6-B0D3-83D7F44C1E9E}" destId="{16E3BCFC-AB4B-410D-AA5B-284362535FAD}" srcOrd="10" destOrd="0" presId="urn:microsoft.com/office/officeart/2005/8/layout/lProcess1"/>
    <dgm:cxn modelId="{73902B2A-04F2-4864-8009-3E4B8DCD6C11}" type="presParOf" srcId="{0BBAE4B1-5911-4DF6-B0D3-83D7F44C1E9E}" destId="{7EAA9D4E-BD93-49E0-A4A0-5B1412860A1E}" srcOrd="11" destOrd="0" presId="urn:microsoft.com/office/officeart/2005/8/layout/lProcess1"/>
    <dgm:cxn modelId="{BDF9EC0F-A129-4A0D-9DB3-3A27BF46E10C}" type="presParOf" srcId="{0BBAE4B1-5911-4DF6-B0D3-83D7F44C1E9E}" destId="{F89FBA11-5557-43FA-93F8-4D87E9C2B4F0}" srcOrd="12" destOrd="0" presId="urn:microsoft.com/office/officeart/2005/8/layout/lProcess1"/>
    <dgm:cxn modelId="{4D4AB474-D096-4D36-B726-965822272C14}" type="presParOf" srcId="{0BBAE4B1-5911-4DF6-B0D3-83D7F44C1E9E}" destId="{4718A2B1-AB82-4279-B27E-8E006716C5D3}" srcOrd="13" destOrd="0" presId="urn:microsoft.com/office/officeart/2005/8/layout/lProcess1"/>
    <dgm:cxn modelId="{1319B3FC-EF0D-4212-AB6D-A58C03377A7E}" type="presParOf" srcId="{0BBAE4B1-5911-4DF6-B0D3-83D7F44C1E9E}" destId="{B9AE49B7-F1BC-4E49-9A39-19FA001EB53E}" srcOrd="14" destOrd="0" presId="urn:microsoft.com/office/officeart/2005/8/layout/lProcess1"/>
    <dgm:cxn modelId="{0D973F8C-8ACD-4F09-8DBA-BC942F97588B}" type="presParOf" srcId="{0BBAE4B1-5911-4DF6-B0D3-83D7F44C1E9E}" destId="{D2394897-9D33-47DF-98BA-53829A48FE54}" srcOrd="15" destOrd="0" presId="urn:microsoft.com/office/officeart/2005/8/layout/lProcess1"/>
    <dgm:cxn modelId="{BEC14D0E-B6B7-45B8-ABDB-1EAC6B8CD58C}" type="presParOf" srcId="{0BBAE4B1-5911-4DF6-B0D3-83D7F44C1E9E}" destId="{BE1C4F8D-4EFE-4FF0-975C-0642E472A852}" srcOrd="1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F68320-54A9-4B8E-86F7-E36855ACEF6C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F5429C-D50F-44D9-A419-5BD7E05132AD}">
      <dgm:prSet phldrT="[Texto]" phldr="0"/>
      <dgm:spPr/>
      <dgm:t>
        <a:bodyPr/>
        <a:lstStyle/>
        <a:p>
          <a:r>
            <a:rPr lang="en-US" noProof="0" dirty="0"/>
            <a:t>Original sentence</a:t>
          </a:r>
        </a:p>
      </dgm:t>
    </dgm:pt>
    <dgm:pt modelId="{C9141BE2-3E4C-4E6A-A16D-7EFEC4A06845}" type="parTrans" cxnId="{E08BD606-CD09-4DFF-A961-3A9044F8949F}">
      <dgm:prSet/>
      <dgm:spPr/>
      <dgm:t>
        <a:bodyPr/>
        <a:lstStyle/>
        <a:p>
          <a:endParaRPr lang="en-US"/>
        </a:p>
      </dgm:t>
    </dgm:pt>
    <dgm:pt modelId="{186201AE-AB60-41C8-B766-C66FA47253F0}" type="sibTrans" cxnId="{E08BD606-CD09-4DFF-A961-3A9044F8949F}">
      <dgm:prSet/>
      <dgm:spPr/>
      <dgm:t>
        <a:bodyPr/>
        <a:lstStyle/>
        <a:p>
          <a:endParaRPr lang="en-US"/>
        </a:p>
      </dgm:t>
    </dgm:pt>
    <dgm:pt modelId="{E6BFE664-DD39-4AED-BCF2-C09C129231DA}">
      <dgm:prSet phldrT="[Texto]" phldr="0"/>
      <dgm:spPr/>
      <dgm:t>
        <a:bodyPr/>
        <a:lstStyle/>
        <a:p>
          <a:r>
            <a:rPr lang="en-US" noProof="0" dirty="0"/>
            <a:t>My phone is a Blackview. Your phone is an iPhone.</a:t>
          </a:r>
        </a:p>
      </dgm:t>
    </dgm:pt>
    <dgm:pt modelId="{CA2666EE-C3A5-4521-B8AB-BABBDF58F2B2}" type="parTrans" cxnId="{CC8045FC-7B5E-4897-851C-550C5A569B2E}">
      <dgm:prSet/>
      <dgm:spPr/>
      <dgm:t>
        <a:bodyPr/>
        <a:lstStyle/>
        <a:p>
          <a:endParaRPr lang="en-US"/>
        </a:p>
      </dgm:t>
    </dgm:pt>
    <dgm:pt modelId="{58312D17-57A4-4E1F-B6DB-E7778F7A4DCA}" type="sibTrans" cxnId="{CC8045FC-7B5E-4897-851C-550C5A569B2E}">
      <dgm:prSet/>
      <dgm:spPr/>
      <dgm:t>
        <a:bodyPr/>
        <a:lstStyle/>
        <a:p>
          <a:endParaRPr lang="en-US"/>
        </a:p>
      </dgm:t>
    </dgm:pt>
    <dgm:pt modelId="{C7284FDD-4A7E-4A6D-843D-2992F837A092}">
      <dgm:prSet phldrT="[Texto]" phldr="0"/>
      <dgm:spPr/>
      <dgm:t>
        <a:bodyPr/>
        <a:lstStyle/>
        <a:p>
          <a:r>
            <a:rPr lang="en-US" noProof="0" dirty="0"/>
            <a:t>Identify context</a:t>
          </a:r>
        </a:p>
      </dgm:t>
    </dgm:pt>
    <dgm:pt modelId="{CFDBE7B0-A5EC-43FB-A1F0-58185C8DF9E0}" type="parTrans" cxnId="{515514BF-27E1-4F11-A49D-D6FF63645D17}">
      <dgm:prSet/>
      <dgm:spPr/>
      <dgm:t>
        <a:bodyPr/>
        <a:lstStyle/>
        <a:p>
          <a:endParaRPr lang="en-US"/>
        </a:p>
      </dgm:t>
    </dgm:pt>
    <dgm:pt modelId="{871F3D66-01DB-4D8B-9B01-1BCF5EBEA9D7}" type="sibTrans" cxnId="{515514BF-27E1-4F11-A49D-D6FF63645D17}">
      <dgm:prSet/>
      <dgm:spPr/>
      <dgm:t>
        <a:bodyPr/>
        <a:lstStyle/>
        <a:p>
          <a:endParaRPr lang="en-US"/>
        </a:p>
      </dgm:t>
    </dgm:pt>
    <dgm:pt modelId="{7A5DDF2A-EAF8-4644-A144-115DD9C248EB}">
      <dgm:prSet phldrT="[Texto]" phldr="0"/>
      <dgm:spPr/>
      <dgm:t>
        <a:bodyPr/>
        <a:lstStyle/>
        <a:p>
          <a:r>
            <a:rPr lang="en-US" b="1" noProof="0" dirty="0"/>
            <a:t>My phone </a:t>
          </a:r>
          <a:r>
            <a:rPr lang="en-US" noProof="0" dirty="0"/>
            <a:t>is a Blackview. </a:t>
          </a:r>
          <a:r>
            <a:rPr lang="en-US" b="1" noProof="0" dirty="0"/>
            <a:t>Your phone </a:t>
          </a:r>
          <a:r>
            <a:rPr lang="en-US" noProof="0" dirty="0"/>
            <a:t>is an iPhone.</a:t>
          </a:r>
        </a:p>
      </dgm:t>
    </dgm:pt>
    <dgm:pt modelId="{6EC949B9-56EA-4FBC-840F-0024E7D6C6CB}" type="parTrans" cxnId="{77319301-EAD5-424B-91C4-83B4EB74EEDF}">
      <dgm:prSet/>
      <dgm:spPr/>
      <dgm:t>
        <a:bodyPr/>
        <a:lstStyle/>
        <a:p>
          <a:endParaRPr lang="en-US"/>
        </a:p>
      </dgm:t>
    </dgm:pt>
    <dgm:pt modelId="{91C2B79E-22D7-4D71-8B0A-90DF08BF8C2F}" type="sibTrans" cxnId="{77319301-EAD5-424B-91C4-83B4EB74EEDF}">
      <dgm:prSet/>
      <dgm:spPr/>
      <dgm:t>
        <a:bodyPr/>
        <a:lstStyle/>
        <a:p>
          <a:endParaRPr lang="en-US"/>
        </a:p>
      </dgm:t>
    </dgm:pt>
    <dgm:pt modelId="{8856DDC0-9575-47FB-AE63-2D8B7B743B71}">
      <dgm:prSet phldrT="[Texto]" phldr="0"/>
      <dgm:spPr/>
      <dgm:t>
        <a:bodyPr/>
        <a:lstStyle/>
        <a:p>
          <a:r>
            <a:rPr lang="en-US" noProof="0" dirty="0"/>
            <a:t>Substitute for pronoun.</a:t>
          </a:r>
        </a:p>
      </dgm:t>
    </dgm:pt>
    <dgm:pt modelId="{F829CD36-D895-4CF5-9091-4126EF2072B2}" type="parTrans" cxnId="{76F84876-3B35-4DCC-98D1-3E0423B6CFD0}">
      <dgm:prSet/>
      <dgm:spPr/>
      <dgm:t>
        <a:bodyPr/>
        <a:lstStyle/>
        <a:p>
          <a:endParaRPr lang="en-US"/>
        </a:p>
      </dgm:t>
    </dgm:pt>
    <dgm:pt modelId="{4B78370F-12E9-4017-90F6-580E077CD3C7}" type="sibTrans" cxnId="{76F84876-3B35-4DCC-98D1-3E0423B6CFD0}">
      <dgm:prSet/>
      <dgm:spPr/>
      <dgm:t>
        <a:bodyPr/>
        <a:lstStyle/>
        <a:p>
          <a:endParaRPr lang="en-US"/>
        </a:p>
      </dgm:t>
    </dgm:pt>
    <dgm:pt modelId="{3E81F4BD-65F2-4ED6-8846-C06D86E55983}">
      <dgm:prSet phldrT="[Texto]" phldr="0"/>
      <dgm:spPr/>
      <dgm:t>
        <a:bodyPr/>
        <a:lstStyle/>
        <a:p>
          <a:r>
            <a:rPr lang="en-US" noProof="0" dirty="0"/>
            <a:t>My phone is a Blackview. </a:t>
          </a:r>
          <a:r>
            <a:rPr lang="en-US" b="1" i="1" noProof="0" dirty="0"/>
            <a:t>Yours</a:t>
          </a:r>
          <a:r>
            <a:rPr lang="en-US" noProof="0" dirty="0"/>
            <a:t> is an iPhone.</a:t>
          </a:r>
        </a:p>
      </dgm:t>
    </dgm:pt>
    <dgm:pt modelId="{3B0F80B9-8CE0-45A9-B24D-D96EA7E1B0FA}" type="parTrans" cxnId="{14602C7F-2005-4E87-91EF-BA18C0933C4D}">
      <dgm:prSet/>
      <dgm:spPr/>
      <dgm:t>
        <a:bodyPr/>
        <a:lstStyle/>
        <a:p>
          <a:endParaRPr lang="en-US"/>
        </a:p>
      </dgm:t>
    </dgm:pt>
    <dgm:pt modelId="{80257173-A81F-437F-A3C8-59DAE45DE02A}" type="sibTrans" cxnId="{14602C7F-2005-4E87-91EF-BA18C0933C4D}">
      <dgm:prSet/>
      <dgm:spPr/>
      <dgm:t>
        <a:bodyPr/>
        <a:lstStyle/>
        <a:p>
          <a:endParaRPr lang="en-US"/>
        </a:p>
      </dgm:t>
    </dgm:pt>
    <dgm:pt modelId="{40E0DB23-2852-4021-88BE-0FD5DD2E3007}" type="pres">
      <dgm:prSet presAssocID="{04F68320-54A9-4B8E-86F7-E36855ACEF6C}" presName="Name0" presStyleCnt="0">
        <dgm:presLayoutVars>
          <dgm:dir/>
          <dgm:animLvl val="lvl"/>
          <dgm:resizeHandles val="exact"/>
        </dgm:presLayoutVars>
      </dgm:prSet>
      <dgm:spPr/>
    </dgm:pt>
    <dgm:pt modelId="{659915E0-6D2D-48C3-BFD5-C1CD85B2D71A}" type="pres">
      <dgm:prSet presAssocID="{8856DDC0-9575-47FB-AE63-2D8B7B743B71}" presName="boxAndChildren" presStyleCnt="0"/>
      <dgm:spPr/>
    </dgm:pt>
    <dgm:pt modelId="{3D072759-327A-4EE0-A439-01B85A2BA16E}" type="pres">
      <dgm:prSet presAssocID="{8856DDC0-9575-47FB-AE63-2D8B7B743B71}" presName="parentTextBox" presStyleLbl="node1" presStyleIdx="0" presStyleCnt="3"/>
      <dgm:spPr/>
    </dgm:pt>
    <dgm:pt modelId="{0FE165DA-0001-4FF6-A419-3C87493F7CAB}" type="pres">
      <dgm:prSet presAssocID="{8856DDC0-9575-47FB-AE63-2D8B7B743B71}" presName="entireBox" presStyleLbl="node1" presStyleIdx="0" presStyleCnt="3"/>
      <dgm:spPr/>
    </dgm:pt>
    <dgm:pt modelId="{EBD2270B-9104-43DA-98D7-DED285C57CBE}" type="pres">
      <dgm:prSet presAssocID="{8856DDC0-9575-47FB-AE63-2D8B7B743B71}" presName="descendantBox" presStyleCnt="0"/>
      <dgm:spPr/>
    </dgm:pt>
    <dgm:pt modelId="{89D6D778-5392-4B79-820C-96DCC07A48D8}" type="pres">
      <dgm:prSet presAssocID="{3E81F4BD-65F2-4ED6-8846-C06D86E55983}" presName="childTextBox" presStyleLbl="fgAccFollowNode1" presStyleIdx="0" presStyleCnt="3">
        <dgm:presLayoutVars>
          <dgm:bulletEnabled val="1"/>
        </dgm:presLayoutVars>
      </dgm:prSet>
      <dgm:spPr/>
    </dgm:pt>
    <dgm:pt modelId="{A92305F3-EE2F-4E4F-97A1-98548BCD98E0}" type="pres">
      <dgm:prSet presAssocID="{871F3D66-01DB-4D8B-9B01-1BCF5EBEA9D7}" presName="sp" presStyleCnt="0"/>
      <dgm:spPr/>
    </dgm:pt>
    <dgm:pt modelId="{ED0A7C84-D69D-4BD9-9121-C05A29875412}" type="pres">
      <dgm:prSet presAssocID="{C7284FDD-4A7E-4A6D-843D-2992F837A092}" presName="arrowAndChildren" presStyleCnt="0"/>
      <dgm:spPr/>
    </dgm:pt>
    <dgm:pt modelId="{AA74C2BE-57A6-42D1-9536-AC2E9BCCECBB}" type="pres">
      <dgm:prSet presAssocID="{C7284FDD-4A7E-4A6D-843D-2992F837A092}" presName="parentTextArrow" presStyleLbl="node1" presStyleIdx="0" presStyleCnt="3"/>
      <dgm:spPr/>
    </dgm:pt>
    <dgm:pt modelId="{FB083F09-082D-4748-92A7-E7EC2E4FCBF5}" type="pres">
      <dgm:prSet presAssocID="{C7284FDD-4A7E-4A6D-843D-2992F837A092}" presName="arrow" presStyleLbl="node1" presStyleIdx="1" presStyleCnt="3"/>
      <dgm:spPr/>
    </dgm:pt>
    <dgm:pt modelId="{158E8E0F-95BE-440F-9AC5-2C0D00E706B5}" type="pres">
      <dgm:prSet presAssocID="{C7284FDD-4A7E-4A6D-843D-2992F837A092}" presName="descendantArrow" presStyleCnt="0"/>
      <dgm:spPr/>
    </dgm:pt>
    <dgm:pt modelId="{6BBD0430-27DD-469F-AB53-FB5AE08A2C74}" type="pres">
      <dgm:prSet presAssocID="{7A5DDF2A-EAF8-4644-A144-115DD9C248EB}" presName="childTextArrow" presStyleLbl="fgAccFollowNode1" presStyleIdx="1" presStyleCnt="3">
        <dgm:presLayoutVars>
          <dgm:bulletEnabled val="1"/>
        </dgm:presLayoutVars>
      </dgm:prSet>
      <dgm:spPr/>
    </dgm:pt>
    <dgm:pt modelId="{BD029936-E85A-432A-B38D-6D8E9CA1B90E}" type="pres">
      <dgm:prSet presAssocID="{186201AE-AB60-41C8-B766-C66FA47253F0}" presName="sp" presStyleCnt="0"/>
      <dgm:spPr/>
    </dgm:pt>
    <dgm:pt modelId="{467AD044-409B-446D-B29A-5C58BAC10BE7}" type="pres">
      <dgm:prSet presAssocID="{70F5429C-D50F-44D9-A419-5BD7E05132AD}" presName="arrowAndChildren" presStyleCnt="0"/>
      <dgm:spPr/>
    </dgm:pt>
    <dgm:pt modelId="{C70D3897-6CC5-4DCB-A81D-5BA7E1A914EA}" type="pres">
      <dgm:prSet presAssocID="{70F5429C-D50F-44D9-A419-5BD7E05132AD}" presName="parentTextArrow" presStyleLbl="node1" presStyleIdx="1" presStyleCnt="3"/>
      <dgm:spPr/>
    </dgm:pt>
    <dgm:pt modelId="{3FCF0C72-8F1B-4801-AA7D-BA507385A969}" type="pres">
      <dgm:prSet presAssocID="{70F5429C-D50F-44D9-A419-5BD7E05132AD}" presName="arrow" presStyleLbl="node1" presStyleIdx="2" presStyleCnt="3" custLinFactNeighborX="-285" custLinFactNeighborY="-12301"/>
      <dgm:spPr/>
    </dgm:pt>
    <dgm:pt modelId="{E527B85E-7D7F-4716-9C00-7E1B785A1A2D}" type="pres">
      <dgm:prSet presAssocID="{70F5429C-D50F-44D9-A419-5BD7E05132AD}" presName="descendantArrow" presStyleCnt="0"/>
      <dgm:spPr/>
    </dgm:pt>
    <dgm:pt modelId="{AFE35843-C15F-47D3-8ECD-AEFAB2431ABF}" type="pres">
      <dgm:prSet presAssocID="{E6BFE664-DD39-4AED-BCF2-C09C129231DA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77319301-EAD5-424B-91C4-83B4EB74EEDF}" srcId="{C7284FDD-4A7E-4A6D-843D-2992F837A092}" destId="{7A5DDF2A-EAF8-4644-A144-115DD9C248EB}" srcOrd="0" destOrd="0" parTransId="{6EC949B9-56EA-4FBC-840F-0024E7D6C6CB}" sibTransId="{91C2B79E-22D7-4D71-8B0A-90DF08BF8C2F}"/>
    <dgm:cxn modelId="{13157702-FC80-423B-AEC1-A77305229026}" type="presOf" srcId="{E6BFE664-DD39-4AED-BCF2-C09C129231DA}" destId="{AFE35843-C15F-47D3-8ECD-AEFAB2431ABF}" srcOrd="0" destOrd="0" presId="urn:microsoft.com/office/officeart/2005/8/layout/process4"/>
    <dgm:cxn modelId="{E08BD606-CD09-4DFF-A961-3A9044F8949F}" srcId="{04F68320-54A9-4B8E-86F7-E36855ACEF6C}" destId="{70F5429C-D50F-44D9-A419-5BD7E05132AD}" srcOrd="0" destOrd="0" parTransId="{C9141BE2-3E4C-4E6A-A16D-7EFEC4A06845}" sibTransId="{186201AE-AB60-41C8-B766-C66FA47253F0}"/>
    <dgm:cxn modelId="{26A1551A-0F54-4FD9-A705-210855654E2D}" type="presOf" srcId="{C7284FDD-4A7E-4A6D-843D-2992F837A092}" destId="{AA74C2BE-57A6-42D1-9536-AC2E9BCCECBB}" srcOrd="0" destOrd="0" presId="urn:microsoft.com/office/officeart/2005/8/layout/process4"/>
    <dgm:cxn modelId="{8F8D8634-A755-48A2-905A-A19F157FAD0C}" type="presOf" srcId="{70F5429C-D50F-44D9-A419-5BD7E05132AD}" destId="{C70D3897-6CC5-4DCB-A81D-5BA7E1A914EA}" srcOrd="0" destOrd="0" presId="urn:microsoft.com/office/officeart/2005/8/layout/process4"/>
    <dgm:cxn modelId="{ABA48F42-F349-4FE3-ADA3-99A98092358A}" type="presOf" srcId="{8856DDC0-9575-47FB-AE63-2D8B7B743B71}" destId="{0FE165DA-0001-4FF6-A419-3C87493F7CAB}" srcOrd="1" destOrd="0" presId="urn:microsoft.com/office/officeart/2005/8/layout/process4"/>
    <dgm:cxn modelId="{1C4EED66-221E-4E4E-A1F9-50D0B390C831}" type="presOf" srcId="{8856DDC0-9575-47FB-AE63-2D8B7B743B71}" destId="{3D072759-327A-4EE0-A439-01B85A2BA16E}" srcOrd="0" destOrd="0" presId="urn:microsoft.com/office/officeart/2005/8/layout/process4"/>
    <dgm:cxn modelId="{76F84876-3B35-4DCC-98D1-3E0423B6CFD0}" srcId="{04F68320-54A9-4B8E-86F7-E36855ACEF6C}" destId="{8856DDC0-9575-47FB-AE63-2D8B7B743B71}" srcOrd="2" destOrd="0" parTransId="{F829CD36-D895-4CF5-9091-4126EF2072B2}" sibTransId="{4B78370F-12E9-4017-90F6-580E077CD3C7}"/>
    <dgm:cxn modelId="{14602C7F-2005-4E87-91EF-BA18C0933C4D}" srcId="{8856DDC0-9575-47FB-AE63-2D8B7B743B71}" destId="{3E81F4BD-65F2-4ED6-8846-C06D86E55983}" srcOrd="0" destOrd="0" parTransId="{3B0F80B9-8CE0-45A9-B24D-D96EA7E1B0FA}" sibTransId="{80257173-A81F-437F-A3C8-59DAE45DE02A}"/>
    <dgm:cxn modelId="{D1EBBB96-B93D-4E0F-8E25-9C3D844D7BC2}" type="presOf" srcId="{7A5DDF2A-EAF8-4644-A144-115DD9C248EB}" destId="{6BBD0430-27DD-469F-AB53-FB5AE08A2C74}" srcOrd="0" destOrd="0" presId="urn:microsoft.com/office/officeart/2005/8/layout/process4"/>
    <dgm:cxn modelId="{F850C296-547E-42B4-B57E-7C3D74D87F94}" type="presOf" srcId="{3E81F4BD-65F2-4ED6-8846-C06D86E55983}" destId="{89D6D778-5392-4B79-820C-96DCC07A48D8}" srcOrd="0" destOrd="0" presId="urn:microsoft.com/office/officeart/2005/8/layout/process4"/>
    <dgm:cxn modelId="{EAC2569F-B7C2-4BDE-ADB2-083F2E0E67F6}" type="presOf" srcId="{70F5429C-D50F-44D9-A419-5BD7E05132AD}" destId="{3FCF0C72-8F1B-4801-AA7D-BA507385A969}" srcOrd="1" destOrd="0" presId="urn:microsoft.com/office/officeart/2005/8/layout/process4"/>
    <dgm:cxn modelId="{2EF639B4-074D-40CD-8B6D-DFE23323D67C}" type="presOf" srcId="{04F68320-54A9-4B8E-86F7-E36855ACEF6C}" destId="{40E0DB23-2852-4021-88BE-0FD5DD2E3007}" srcOrd="0" destOrd="0" presId="urn:microsoft.com/office/officeart/2005/8/layout/process4"/>
    <dgm:cxn modelId="{515514BF-27E1-4F11-A49D-D6FF63645D17}" srcId="{04F68320-54A9-4B8E-86F7-E36855ACEF6C}" destId="{C7284FDD-4A7E-4A6D-843D-2992F837A092}" srcOrd="1" destOrd="0" parTransId="{CFDBE7B0-A5EC-43FB-A1F0-58185C8DF9E0}" sibTransId="{871F3D66-01DB-4D8B-9B01-1BCF5EBEA9D7}"/>
    <dgm:cxn modelId="{FAEB7CD1-0EFF-4212-A28D-C1BEF560AF58}" type="presOf" srcId="{C7284FDD-4A7E-4A6D-843D-2992F837A092}" destId="{FB083F09-082D-4748-92A7-E7EC2E4FCBF5}" srcOrd="1" destOrd="0" presId="urn:microsoft.com/office/officeart/2005/8/layout/process4"/>
    <dgm:cxn modelId="{CC8045FC-7B5E-4897-851C-550C5A569B2E}" srcId="{70F5429C-D50F-44D9-A419-5BD7E05132AD}" destId="{E6BFE664-DD39-4AED-BCF2-C09C129231DA}" srcOrd="0" destOrd="0" parTransId="{CA2666EE-C3A5-4521-B8AB-BABBDF58F2B2}" sibTransId="{58312D17-57A4-4E1F-B6DB-E7778F7A4DCA}"/>
    <dgm:cxn modelId="{59B28938-6FB1-4A46-959F-01131578D041}" type="presParOf" srcId="{40E0DB23-2852-4021-88BE-0FD5DD2E3007}" destId="{659915E0-6D2D-48C3-BFD5-C1CD85B2D71A}" srcOrd="0" destOrd="0" presId="urn:microsoft.com/office/officeart/2005/8/layout/process4"/>
    <dgm:cxn modelId="{40308345-73FF-4A3C-BD88-296D6B0AA8F5}" type="presParOf" srcId="{659915E0-6D2D-48C3-BFD5-C1CD85B2D71A}" destId="{3D072759-327A-4EE0-A439-01B85A2BA16E}" srcOrd="0" destOrd="0" presId="urn:microsoft.com/office/officeart/2005/8/layout/process4"/>
    <dgm:cxn modelId="{5488CEF3-13EB-46ED-91F8-D1FFD861848C}" type="presParOf" srcId="{659915E0-6D2D-48C3-BFD5-C1CD85B2D71A}" destId="{0FE165DA-0001-4FF6-A419-3C87493F7CAB}" srcOrd="1" destOrd="0" presId="urn:microsoft.com/office/officeart/2005/8/layout/process4"/>
    <dgm:cxn modelId="{00DB312F-2FCE-46C3-9D7A-06AE8BD50459}" type="presParOf" srcId="{659915E0-6D2D-48C3-BFD5-C1CD85B2D71A}" destId="{EBD2270B-9104-43DA-98D7-DED285C57CBE}" srcOrd="2" destOrd="0" presId="urn:microsoft.com/office/officeart/2005/8/layout/process4"/>
    <dgm:cxn modelId="{72143623-0D07-4D46-B0B7-4D8C59985A5D}" type="presParOf" srcId="{EBD2270B-9104-43DA-98D7-DED285C57CBE}" destId="{89D6D778-5392-4B79-820C-96DCC07A48D8}" srcOrd="0" destOrd="0" presId="urn:microsoft.com/office/officeart/2005/8/layout/process4"/>
    <dgm:cxn modelId="{BC43FA4A-294B-4D51-8DDA-EDB266FBC2E5}" type="presParOf" srcId="{40E0DB23-2852-4021-88BE-0FD5DD2E3007}" destId="{A92305F3-EE2F-4E4F-97A1-98548BCD98E0}" srcOrd="1" destOrd="0" presId="urn:microsoft.com/office/officeart/2005/8/layout/process4"/>
    <dgm:cxn modelId="{F90E4FA8-A860-4159-9909-6D76DE9A7707}" type="presParOf" srcId="{40E0DB23-2852-4021-88BE-0FD5DD2E3007}" destId="{ED0A7C84-D69D-4BD9-9121-C05A29875412}" srcOrd="2" destOrd="0" presId="urn:microsoft.com/office/officeart/2005/8/layout/process4"/>
    <dgm:cxn modelId="{11A4B9B2-CBEA-4EDE-BB29-A5B17C44D82E}" type="presParOf" srcId="{ED0A7C84-D69D-4BD9-9121-C05A29875412}" destId="{AA74C2BE-57A6-42D1-9536-AC2E9BCCECBB}" srcOrd="0" destOrd="0" presId="urn:microsoft.com/office/officeart/2005/8/layout/process4"/>
    <dgm:cxn modelId="{FC6FA0BD-1BA1-43ED-8D6A-AC95BD078CC6}" type="presParOf" srcId="{ED0A7C84-D69D-4BD9-9121-C05A29875412}" destId="{FB083F09-082D-4748-92A7-E7EC2E4FCBF5}" srcOrd="1" destOrd="0" presId="urn:microsoft.com/office/officeart/2005/8/layout/process4"/>
    <dgm:cxn modelId="{2988F0BC-5E07-419A-821D-1E3EA8AB24D4}" type="presParOf" srcId="{ED0A7C84-D69D-4BD9-9121-C05A29875412}" destId="{158E8E0F-95BE-440F-9AC5-2C0D00E706B5}" srcOrd="2" destOrd="0" presId="urn:microsoft.com/office/officeart/2005/8/layout/process4"/>
    <dgm:cxn modelId="{6EDE6BB9-4D7A-493A-AF82-2D68FB15F8CD}" type="presParOf" srcId="{158E8E0F-95BE-440F-9AC5-2C0D00E706B5}" destId="{6BBD0430-27DD-469F-AB53-FB5AE08A2C74}" srcOrd="0" destOrd="0" presId="urn:microsoft.com/office/officeart/2005/8/layout/process4"/>
    <dgm:cxn modelId="{16170063-6244-4259-A2CE-519FA8C9951E}" type="presParOf" srcId="{40E0DB23-2852-4021-88BE-0FD5DD2E3007}" destId="{BD029936-E85A-432A-B38D-6D8E9CA1B90E}" srcOrd="3" destOrd="0" presId="urn:microsoft.com/office/officeart/2005/8/layout/process4"/>
    <dgm:cxn modelId="{1B764467-3E8D-449E-B7BC-A6160FE26C91}" type="presParOf" srcId="{40E0DB23-2852-4021-88BE-0FD5DD2E3007}" destId="{467AD044-409B-446D-B29A-5C58BAC10BE7}" srcOrd="4" destOrd="0" presId="urn:microsoft.com/office/officeart/2005/8/layout/process4"/>
    <dgm:cxn modelId="{01F51B13-23F1-488B-A3C6-4628C599E803}" type="presParOf" srcId="{467AD044-409B-446D-B29A-5C58BAC10BE7}" destId="{C70D3897-6CC5-4DCB-A81D-5BA7E1A914EA}" srcOrd="0" destOrd="0" presId="urn:microsoft.com/office/officeart/2005/8/layout/process4"/>
    <dgm:cxn modelId="{CE894A29-A692-43C3-B978-5E38F5F8B335}" type="presParOf" srcId="{467AD044-409B-446D-B29A-5C58BAC10BE7}" destId="{3FCF0C72-8F1B-4801-AA7D-BA507385A969}" srcOrd="1" destOrd="0" presId="urn:microsoft.com/office/officeart/2005/8/layout/process4"/>
    <dgm:cxn modelId="{322E56DC-567E-415B-A52F-BE30B6547F81}" type="presParOf" srcId="{467AD044-409B-446D-B29A-5C58BAC10BE7}" destId="{E527B85E-7D7F-4716-9C00-7E1B785A1A2D}" srcOrd="2" destOrd="0" presId="urn:microsoft.com/office/officeart/2005/8/layout/process4"/>
    <dgm:cxn modelId="{0373F450-436D-49A2-A126-A89F1B5DC962}" type="presParOf" srcId="{E527B85E-7D7F-4716-9C00-7E1B785A1A2D}" destId="{AFE35843-C15F-47D3-8ECD-AEFAB2431AB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888B9B-FED6-4BBE-A890-A87534824E27}" type="doc">
      <dgm:prSet loTypeId="urn:microsoft.com/office/officeart/2005/8/layout/hList3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E3A158D-FF40-4A0D-9A3D-E53EAC0E3757}">
      <dgm:prSet phldrT="[Texto]"/>
      <dgm:spPr/>
      <dgm:t>
        <a:bodyPr/>
        <a:lstStyle/>
        <a:p>
          <a:r>
            <a:rPr lang="en-US" noProof="0" dirty="0"/>
            <a:t>When using he, she and it; we add an extra “s” to the verb</a:t>
          </a:r>
        </a:p>
      </dgm:t>
    </dgm:pt>
    <dgm:pt modelId="{8208CBC6-3B40-4054-861D-F246A42DC8E2}" type="parTrans" cxnId="{E99A7CC6-0D05-4A97-945C-95323DAF65D3}">
      <dgm:prSet/>
      <dgm:spPr/>
      <dgm:t>
        <a:bodyPr/>
        <a:lstStyle/>
        <a:p>
          <a:endParaRPr lang="en-US"/>
        </a:p>
      </dgm:t>
    </dgm:pt>
    <dgm:pt modelId="{3CE3600E-6D36-4E85-8DB2-479DE9FE1C4A}" type="sibTrans" cxnId="{E99A7CC6-0D05-4A97-945C-95323DAF65D3}">
      <dgm:prSet/>
      <dgm:spPr/>
      <dgm:t>
        <a:bodyPr/>
        <a:lstStyle/>
        <a:p>
          <a:endParaRPr lang="en-US"/>
        </a:p>
      </dgm:t>
    </dgm:pt>
    <dgm:pt modelId="{413159B9-067C-40B6-964B-6F478A83F96F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800" noProof="0" dirty="0"/>
        </a:p>
      </dgm:t>
    </dgm:pt>
    <dgm:pt modelId="{6C96E957-528B-4433-8DE9-8EFC8D12DF2E}" type="parTrans" cxnId="{AE5FF3D8-347D-4061-AA5A-C192965340BC}">
      <dgm:prSet/>
      <dgm:spPr/>
      <dgm:t>
        <a:bodyPr/>
        <a:lstStyle/>
        <a:p>
          <a:endParaRPr lang="en-US"/>
        </a:p>
      </dgm:t>
    </dgm:pt>
    <dgm:pt modelId="{E2F7B608-DCA9-4ADB-9A1F-B55B8A245677}" type="sibTrans" cxnId="{AE5FF3D8-347D-4061-AA5A-C192965340BC}">
      <dgm:prSet/>
      <dgm:spPr/>
      <dgm:t>
        <a:bodyPr/>
        <a:lstStyle/>
        <a:p>
          <a:endParaRPr lang="en-US"/>
        </a:p>
      </dgm:t>
    </dgm:pt>
    <dgm:pt modelId="{78E4BEAF-E0B9-421D-AF0D-3FB5F277B226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noProof="0" dirty="0"/>
            <a:t>Ending “y” for “</a:t>
          </a:r>
          <a:r>
            <a:rPr lang="en-US" sz="1800" noProof="0" dirty="0" err="1"/>
            <a:t>ies</a:t>
          </a:r>
          <a:r>
            <a:rPr lang="en-US" sz="1800" noProof="0" dirty="0"/>
            <a:t>”</a:t>
          </a:r>
        </a:p>
      </dgm:t>
    </dgm:pt>
    <dgm:pt modelId="{2E937C5A-185C-44FF-AA78-D49349D7E246}" type="parTrans" cxnId="{0568060D-51F0-41A3-B866-813B13DF4884}">
      <dgm:prSet/>
      <dgm:spPr/>
      <dgm:t>
        <a:bodyPr/>
        <a:lstStyle/>
        <a:p>
          <a:endParaRPr lang="en-US"/>
        </a:p>
      </dgm:t>
    </dgm:pt>
    <dgm:pt modelId="{E621EABF-822E-4148-AD71-4BF8C05340DC}" type="sibTrans" cxnId="{0568060D-51F0-41A3-B866-813B13DF4884}">
      <dgm:prSet/>
      <dgm:spPr/>
      <dgm:t>
        <a:bodyPr/>
        <a:lstStyle/>
        <a:p>
          <a:endParaRPr lang="en-US"/>
        </a:p>
      </dgm:t>
    </dgm:pt>
    <dgm:pt modelId="{F8A40096-39DE-42B0-9062-FA343FFAC6BC}">
      <dgm:prSet phldrT="[Texto]" custT="1"/>
      <dgm:spPr/>
      <dgm:t>
        <a:bodyPr/>
        <a:lstStyle/>
        <a:p>
          <a:r>
            <a:rPr lang="en-US" sz="1800" noProof="0" dirty="0"/>
            <a:t>Normal Cases</a:t>
          </a:r>
        </a:p>
      </dgm:t>
    </dgm:pt>
    <dgm:pt modelId="{A5A492C4-29E6-4FC7-BD20-E22520829459}" type="parTrans" cxnId="{59E96825-181A-42F1-A179-D1128E523F97}">
      <dgm:prSet/>
      <dgm:spPr/>
      <dgm:t>
        <a:bodyPr/>
        <a:lstStyle/>
        <a:p>
          <a:endParaRPr lang="en-US"/>
        </a:p>
      </dgm:t>
    </dgm:pt>
    <dgm:pt modelId="{84AFF3FE-950D-40FE-BDFF-F4C5FBBDDED0}" type="sibTrans" cxnId="{59E96825-181A-42F1-A179-D1128E523F97}">
      <dgm:prSet/>
      <dgm:spPr/>
      <dgm:t>
        <a:bodyPr/>
        <a:lstStyle/>
        <a:p>
          <a:endParaRPr lang="en-US"/>
        </a:p>
      </dgm:t>
    </dgm:pt>
    <dgm:pt modelId="{3FFE05C8-01A1-4056-8DA2-3F40ECB7A349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noProof="0" dirty="0"/>
            <a:t>Dance – Dances</a:t>
          </a:r>
        </a:p>
      </dgm:t>
    </dgm:pt>
    <dgm:pt modelId="{75290173-82F7-40BC-9991-6676A8F24B92}" type="parTrans" cxnId="{E432183D-9633-4F4F-A208-62A124E1DD31}">
      <dgm:prSet/>
      <dgm:spPr/>
      <dgm:t>
        <a:bodyPr/>
        <a:lstStyle/>
        <a:p>
          <a:endParaRPr lang="en-US"/>
        </a:p>
      </dgm:t>
    </dgm:pt>
    <dgm:pt modelId="{9CDDAAC8-4AD1-467F-A922-4BBAB847CDD2}" type="sibTrans" cxnId="{E432183D-9633-4F4F-A208-62A124E1DD31}">
      <dgm:prSet/>
      <dgm:spPr/>
      <dgm:t>
        <a:bodyPr/>
        <a:lstStyle/>
        <a:p>
          <a:endParaRPr lang="en-US"/>
        </a:p>
      </dgm:t>
    </dgm:pt>
    <dgm:pt modelId="{39EED0E2-610E-46E8-9658-A5852EB008E2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noProof="0" dirty="0"/>
            <a:t>Work – Works</a:t>
          </a:r>
        </a:p>
      </dgm:t>
    </dgm:pt>
    <dgm:pt modelId="{6818C8DE-69E4-4720-944E-63242A6990AE}" type="parTrans" cxnId="{03F24CDA-25A8-4AEB-B02D-2B080806F650}">
      <dgm:prSet/>
      <dgm:spPr/>
      <dgm:t>
        <a:bodyPr/>
        <a:lstStyle/>
        <a:p>
          <a:endParaRPr lang="en-US"/>
        </a:p>
      </dgm:t>
    </dgm:pt>
    <dgm:pt modelId="{A35D22EC-1A47-4E7E-8525-C10E7A73A4ED}" type="sibTrans" cxnId="{03F24CDA-25A8-4AEB-B02D-2B080806F650}">
      <dgm:prSet/>
      <dgm:spPr/>
      <dgm:t>
        <a:bodyPr/>
        <a:lstStyle/>
        <a:p>
          <a:endParaRPr lang="en-US"/>
        </a:p>
      </dgm:t>
    </dgm:pt>
    <dgm:pt modelId="{740D6A15-6CD6-498E-9459-28C729239210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noProof="0" dirty="0"/>
            <a:t>Live – Lives</a:t>
          </a:r>
        </a:p>
      </dgm:t>
    </dgm:pt>
    <dgm:pt modelId="{88629D95-EAFD-46AC-A818-8B06D6304631}" type="parTrans" cxnId="{6F9D4B1B-CCAB-4182-AAD8-3186F23C9E17}">
      <dgm:prSet/>
      <dgm:spPr/>
      <dgm:t>
        <a:bodyPr/>
        <a:lstStyle/>
        <a:p>
          <a:endParaRPr lang="en-US"/>
        </a:p>
      </dgm:t>
    </dgm:pt>
    <dgm:pt modelId="{FE16F21A-E524-4DA0-92AD-D542C573D7DA}" type="sibTrans" cxnId="{6F9D4B1B-CCAB-4182-AAD8-3186F23C9E17}">
      <dgm:prSet/>
      <dgm:spPr/>
      <dgm:t>
        <a:bodyPr/>
        <a:lstStyle/>
        <a:p>
          <a:endParaRPr lang="en-US"/>
        </a:p>
      </dgm:t>
    </dgm:pt>
    <dgm:pt modelId="{1D300B65-C29A-433C-B4EE-94439E7BEC9C}">
      <dgm:prSet phldrT="[Texto]" custT="1"/>
      <dgm:spPr/>
      <dgm:t>
        <a:bodyPr/>
        <a:lstStyle/>
        <a:p>
          <a:r>
            <a:rPr lang="en-US" sz="1800" noProof="0" dirty="0"/>
            <a:t>Try – Tries</a:t>
          </a:r>
        </a:p>
      </dgm:t>
    </dgm:pt>
    <dgm:pt modelId="{BA7914A0-5FD8-49FF-B3C1-BE74A07486DE}" type="parTrans" cxnId="{149F8BC2-65E5-4288-8931-477184E60728}">
      <dgm:prSet/>
      <dgm:spPr/>
      <dgm:t>
        <a:bodyPr/>
        <a:lstStyle/>
        <a:p>
          <a:endParaRPr lang="en-US"/>
        </a:p>
      </dgm:t>
    </dgm:pt>
    <dgm:pt modelId="{7C2D0F6B-5196-4B21-B27A-B0A2FD9D5D66}" type="sibTrans" cxnId="{149F8BC2-65E5-4288-8931-477184E60728}">
      <dgm:prSet/>
      <dgm:spPr/>
      <dgm:t>
        <a:bodyPr/>
        <a:lstStyle/>
        <a:p>
          <a:endParaRPr lang="en-US"/>
        </a:p>
      </dgm:t>
    </dgm:pt>
    <dgm:pt modelId="{A8D52A74-08EC-4CF1-8D49-52323013EB19}">
      <dgm:prSet phldrT="[Texto]" custT="1"/>
      <dgm:spPr/>
      <dgm:t>
        <a:bodyPr/>
        <a:lstStyle/>
        <a:p>
          <a:r>
            <a:rPr lang="en-US" sz="1800" noProof="0" dirty="0"/>
            <a:t>Marry – Marries</a:t>
          </a:r>
        </a:p>
      </dgm:t>
    </dgm:pt>
    <dgm:pt modelId="{3D724046-F152-469C-8049-00B157F1B239}" type="parTrans" cxnId="{609B56A7-8835-49DE-ACAF-6E68C58A8F3E}">
      <dgm:prSet/>
      <dgm:spPr/>
      <dgm:t>
        <a:bodyPr/>
        <a:lstStyle/>
        <a:p>
          <a:endParaRPr lang="en-US"/>
        </a:p>
      </dgm:t>
    </dgm:pt>
    <dgm:pt modelId="{6D282A2D-87E8-4866-8FC9-833131D3BBC8}" type="sibTrans" cxnId="{609B56A7-8835-49DE-ACAF-6E68C58A8F3E}">
      <dgm:prSet/>
      <dgm:spPr/>
      <dgm:t>
        <a:bodyPr/>
        <a:lstStyle/>
        <a:p>
          <a:endParaRPr lang="en-US"/>
        </a:p>
      </dgm:t>
    </dgm:pt>
    <dgm:pt modelId="{D54172BC-382C-413D-A743-F7D6567C46AF}">
      <dgm:prSet phldrT="[Texto]" custT="1"/>
      <dgm:spPr/>
      <dgm:t>
        <a:bodyPr/>
        <a:lstStyle/>
        <a:p>
          <a:r>
            <a:rPr lang="en-US" sz="1800" noProof="0" dirty="0"/>
            <a:t>Fly – Flies</a:t>
          </a:r>
        </a:p>
      </dgm:t>
    </dgm:pt>
    <dgm:pt modelId="{36CE1C23-B997-45FD-ACA2-9ABDAC59B7BC}" type="parTrans" cxnId="{29D2CFC5-D67A-4593-A1F5-1F4ADD8EBDA7}">
      <dgm:prSet/>
      <dgm:spPr/>
      <dgm:t>
        <a:bodyPr/>
        <a:lstStyle/>
        <a:p>
          <a:endParaRPr lang="en-US"/>
        </a:p>
      </dgm:t>
    </dgm:pt>
    <dgm:pt modelId="{068EEEAC-6AE6-450E-A1CA-8672303B3F60}" type="sibTrans" cxnId="{29D2CFC5-D67A-4593-A1F5-1F4ADD8EBDA7}">
      <dgm:prSet/>
      <dgm:spPr/>
      <dgm:t>
        <a:bodyPr/>
        <a:lstStyle/>
        <a:p>
          <a:endParaRPr lang="en-US"/>
        </a:p>
      </dgm:t>
    </dgm:pt>
    <dgm:pt modelId="{1AFD6CE3-C81A-4F58-8531-8CEEDF9467B1}">
      <dgm:prSet phldrT="[Texto]" custT="1"/>
      <dgm:spPr/>
      <dgm:t>
        <a:bodyPr/>
        <a:lstStyle/>
        <a:p>
          <a:r>
            <a:rPr lang="en-US" sz="1800" noProof="0" dirty="0"/>
            <a:t>Cry – Cries</a:t>
          </a:r>
        </a:p>
      </dgm:t>
    </dgm:pt>
    <dgm:pt modelId="{DC6A39BC-43A4-453D-BF85-4223F7C28C35}" type="parTrans" cxnId="{3B0F59C6-98E2-4869-A6D9-851258042B9D}">
      <dgm:prSet/>
      <dgm:spPr/>
      <dgm:t>
        <a:bodyPr/>
        <a:lstStyle/>
        <a:p>
          <a:endParaRPr lang="en-US"/>
        </a:p>
      </dgm:t>
    </dgm:pt>
    <dgm:pt modelId="{5511B99A-0000-4D0A-9A3B-E69DEA5DADFD}" type="sibTrans" cxnId="{3B0F59C6-98E2-4869-A6D9-851258042B9D}">
      <dgm:prSet/>
      <dgm:spPr/>
      <dgm:t>
        <a:bodyPr/>
        <a:lstStyle/>
        <a:p>
          <a:endParaRPr lang="en-US"/>
        </a:p>
      </dgm:t>
    </dgm:pt>
    <dgm:pt modelId="{CCC6BB5C-A2F3-4AFC-BADA-328CBC89C7F2}">
      <dgm:prSet phldrT="[Texto]" custT="1"/>
      <dgm:spPr/>
      <dgm:t>
        <a:bodyPr/>
        <a:lstStyle/>
        <a:p>
          <a:r>
            <a:rPr lang="en-US" sz="1800" noProof="0" dirty="0"/>
            <a:t>Vowel + “Y”</a:t>
          </a:r>
        </a:p>
      </dgm:t>
    </dgm:pt>
    <dgm:pt modelId="{303BFB4E-B12E-418A-B026-D6992D2EF037}" type="parTrans" cxnId="{F3753EEA-3391-49F3-BF2A-DCAC67856C38}">
      <dgm:prSet/>
      <dgm:spPr/>
      <dgm:t>
        <a:bodyPr/>
        <a:lstStyle/>
        <a:p>
          <a:endParaRPr lang="en-US"/>
        </a:p>
      </dgm:t>
    </dgm:pt>
    <dgm:pt modelId="{A093CF9A-8CDA-4C9F-ABE4-B7CE7998E6D2}" type="sibTrans" cxnId="{F3753EEA-3391-49F3-BF2A-DCAC67856C38}">
      <dgm:prSet/>
      <dgm:spPr/>
      <dgm:t>
        <a:bodyPr/>
        <a:lstStyle/>
        <a:p>
          <a:endParaRPr lang="en-US"/>
        </a:p>
      </dgm:t>
    </dgm:pt>
    <dgm:pt modelId="{DF5C6B36-A56E-4FFD-884E-90FCD4FD6F7B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800" noProof="0" dirty="0"/>
        </a:p>
      </dgm:t>
    </dgm:pt>
    <dgm:pt modelId="{60079CAA-8E7D-4A54-819F-1D3597867FEB}" type="parTrans" cxnId="{0CE13B6B-C050-437D-8F24-BB77578F887A}">
      <dgm:prSet/>
      <dgm:spPr/>
      <dgm:t>
        <a:bodyPr/>
        <a:lstStyle/>
        <a:p>
          <a:endParaRPr lang="en-US"/>
        </a:p>
      </dgm:t>
    </dgm:pt>
    <dgm:pt modelId="{C4B2B475-F0E5-448A-BFBA-0A0BB72AD8E4}" type="sibTrans" cxnId="{0CE13B6B-C050-437D-8F24-BB77578F887A}">
      <dgm:prSet/>
      <dgm:spPr/>
      <dgm:t>
        <a:bodyPr/>
        <a:lstStyle/>
        <a:p>
          <a:endParaRPr lang="en-US"/>
        </a:p>
      </dgm:t>
    </dgm:pt>
    <dgm:pt modelId="{83816267-3739-43DC-A6CC-C30F9F6BE364}">
      <dgm:prSet custT="1"/>
      <dgm:spPr/>
      <dgm:t>
        <a:bodyPr/>
        <a:lstStyle/>
        <a:p>
          <a:r>
            <a:rPr lang="en-US" sz="1800" noProof="0" dirty="0"/>
            <a:t>Say – Says</a:t>
          </a:r>
        </a:p>
      </dgm:t>
    </dgm:pt>
    <dgm:pt modelId="{7E84D193-916F-4649-8FE6-6AB706C48058}" type="parTrans" cxnId="{6A8335EC-9A27-4F2D-8CFB-B80F40F8AE43}">
      <dgm:prSet/>
      <dgm:spPr/>
      <dgm:t>
        <a:bodyPr/>
        <a:lstStyle/>
        <a:p>
          <a:endParaRPr lang="en-US"/>
        </a:p>
      </dgm:t>
    </dgm:pt>
    <dgm:pt modelId="{1A4387BA-A831-44A4-87A4-78FA42E02428}" type="sibTrans" cxnId="{6A8335EC-9A27-4F2D-8CFB-B80F40F8AE43}">
      <dgm:prSet/>
      <dgm:spPr/>
      <dgm:t>
        <a:bodyPr/>
        <a:lstStyle/>
        <a:p>
          <a:endParaRPr lang="en-US"/>
        </a:p>
      </dgm:t>
    </dgm:pt>
    <dgm:pt modelId="{77D07DFF-4EFC-4442-8A16-4BCF0574DF22}">
      <dgm:prSet custT="1"/>
      <dgm:spPr/>
      <dgm:t>
        <a:bodyPr/>
        <a:lstStyle/>
        <a:p>
          <a:r>
            <a:rPr lang="en-US" sz="1800" noProof="0" dirty="0"/>
            <a:t>Buy – Buys</a:t>
          </a:r>
        </a:p>
      </dgm:t>
    </dgm:pt>
    <dgm:pt modelId="{D6398E01-8D35-4295-A7D7-8F53D3BC0D8A}" type="parTrans" cxnId="{4C74DAA9-04AA-4CB1-AC71-79FA6208BBD3}">
      <dgm:prSet/>
      <dgm:spPr/>
      <dgm:t>
        <a:bodyPr/>
        <a:lstStyle/>
        <a:p>
          <a:endParaRPr lang="en-US"/>
        </a:p>
      </dgm:t>
    </dgm:pt>
    <dgm:pt modelId="{D460F696-BE92-43F3-B305-75278E1DC639}" type="sibTrans" cxnId="{4C74DAA9-04AA-4CB1-AC71-79FA6208BBD3}">
      <dgm:prSet/>
      <dgm:spPr/>
      <dgm:t>
        <a:bodyPr/>
        <a:lstStyle/>
        <a:p>
          <a:endParaRPr lang="en-US"/>
        </a:p>
      </dgm:t>
    </dgm:pt>
    <dgm:pt modelId="{DBE88BE2-763B-495B-8777-8020025D7C79}">
      <dgm:prSet custT="1"/>
      <dgm:spPr/>
      <dgm:t>
        <a:bodyPr/>
        <a:lstStyle/>
        <a:p>
          <a:r>
            <a:rPr lang="en-US" sz="1800" noProof="0" dirty="0"/>
            <a:t>Stay – Stays</a:t>
          </a:r>
        </a:p>
      </dgm:t>
    </dgm:pt>
    <dgm:pt modelId="{D19ED1EC-0546-40BA-B5FE-504C7E2C9DE7}" type="parTrans" cxnId="{CE122E60-0124-458D-923F-8982E7FD80BF}">
      <dgm:prSet/>
      <dgm:spPr/>
      <dgm:t>
        <a:bodyPr/>
        <a:lstStyle/>
        <a:p>
          <a:endParaRPr lang="en-US"/>
        </a:p>
      </dgm:t>
    </dgm:pt>
    <dgm:pt modelId="{A4E4FD52-6D3B-4DF1-898E-81EA15A92C00}" type="sibTrans" cxnId="{CE122E60-0124-458D-923F-8982E7FD80BF}">
      <dgm:prSet/>
      <dgm:spPr/>
      <dgm:t>
        <a:bodyPr/>
        <a:lstStyle/>
        <a:p>
          <a:endParaRPr lang="en-US"/>
        </a:p>
      </dgm:t>
    </dgm:pt>
    <dgm:pt modelId="{86BB9F5C-CAAA-4CB2-8208-D7960DF7E53B}">
      <dgm:prSet custT="1"/>
      <dgm:spPr/>
      <dgm:t>
        <a:bodyPr/>
        <a:lstStyle/>
        <a:p>
          <a:r>
            <a:rPr lang="en-US" sz="1800" noProof="0" dirty="0"/>
            <a:t>Ending “s”, “ss”, “sh” or “x”</a:t>
          </a:r>
        </a:p>
      </dgm:t>
    </dgm:pt>
    <dgm:pt modelId="{8722FC9F-FCAE-4761-9419-8534592DDC23}" type="parTrans" cxnId="{27ED1B6F-FB4B-4871-9FA7-1DE2622F1D73}">
      <dgm:prSet/>
      <dgm:spPr/>
      <dgm:t>
        <a:bodyPr/>
        <a:lstStyle/>
        <a:p>
          <a:endParaRPr lang="en-US"/>
        </a:p>
      </dgm:t>
    </dgm:pt>
    <dgm:pt modelId="{7696E012-0948-4B49-943A-146AFF6CEBBE}" type="sibTrans" cxnId="{27ED1B6F-FB4B-4871-9FA7-1DE2622F1D73}">
      <dgm:prSet/>
      <dgm:spPr/>
      <dgm:t>
        <a:bodyPr/>
        <a:lstStyle/>
        <a:p>
          <a:endParaRPr lang="en-US"/>
        </a:p>
      </dgm:t>
    </dgm:pt>
    <dgm:pt modelId="{C53988B5-EDE7-4AF1-AA56-6C3D0B820CA8}">
      <dgm:prSet custT="1"/>
      <dgm:spPr/>
      <dgm:t>
        <a:bodyPr/>
        <a:lstStyle/>
        <a:p>
          <a:r>
            <a:rPr lang="en-US" sz="1800" noProof="0" dirty="0"/>
            <a:t>Wash – Washes</a:t>
          </a:r>
        </a:p>
      </dgm:t>
    </dgm:pt>
    <dgm:pt modelId="{6C7337E5-038D-4347-A67A-F067E9380923}" type="parTrans" cxnId="{DF2E34F7-1486-46BC-86FD-0A23CDE004BE}">
      <dgm:prSet/>
      <dgm:spPr/>
      <dgm:t>
        <a:bodyPr/>
        <a:lstStyle/>
        <a:p>
          <a:endParaRPr lang="en-US"/>
        </a:p>
      </dgm:t>
    </dgm:pt>
    <dgm:pt modelId="{D7F30188-8C19-4738-ABF6-9084AA0B63E7}" type="sibTrans" cxnId="{DF2E34F7-1486-46BC-86FD-0A23CDE004BE}">
      <dgm:prSet/>
      <dgm:spPr/>
      <dgm:t>
        <a:bodyPr/>
        <a:lstStyle/>
        <a:p>
          <a:endParaRPr lang="en-US"/>
        </a:p>
      </dgm:t>
    </dgm:pt>
    <dgm:pt modelId="{DBC4CC39-855A-44A7-9020-41E6A9C2D0B1}">
      <dgm:prSet custT="1"/>
      <dgm:spPr/>
      <dgm:t>
        <a:bodyPr/>
        <a:lstStyle/>
        <a:p>
          <a:r>
            <a:rPr lang="en-US" sz="1800" noProof="0" dirty="0"/>
            <a:t>Teach – Teaches</a:t>
          </a:r>
        </a:p>
      </dgm:t>
    </dgm:pt>
    <dgm:pt modelId="{73ADC2DC-8F85-4798-84D5-83A47119996B}" type="parTrans" cxnId="{84D3EF06-7C7E-484D-9ACA-38F018AA996F}">
      <dgm:prSet/>
      <dgm:spPr/>
      <dgm:t>
        <a:bodyPr/>
        <a:lstStyle/>
        <a:p>
          <a:endParaRPr lang="en-US"/>
        </a:p>
      </dgm:t>
    </dgm:pt>
    <dgm:pt modelId="{F9CA46BE-9881-4A71-AF96-549D2B181EDD}" type="sibTrans" cxnId="{84D3EF06-7C7E-484D-9ACA-38F018AA996F}">
      <dgm:prSet/>
      <dgm:spPr/>
      <dgm:t>
        <a:bodyPr/>
        <a:lstStyle/>
        <a:p>
          <a:endParaRPr lang="en-US"/>
        </a:p>
      </dgm:t>
    </dgm:pt>
    <dgm:pt modelId="{ADF95FC6-0781-4477-ADBD-151AA92C7142}">
      <dgm:prSet custT="1"/>
      <dgm:spPr/>
      <dgm:t>
        <a:bodyPr/>
        <a:lstStyle/>
        <a:p>
          <a:r>
            <a:rPr lang="en-US" sz="1800" noProof="0" dirty="0"/>
            <a:t>Fix – Fixes</a:t>
          </a:r>
        </a:p>
      </dgm:t>
    </dgm:pt>
    <dgm:pt modelId="{14F7A34F-5EA2-492C-A490-D06F482040D5}" type="parTrans" cxnId="{DBDE2083-79EB-46AE-A298-E204860A4441}">
      <dgm:prSet/>
      <dgm:spPr/>
      <dgm:t>
        <a:bodyPr/>
        <a:lstStyle/>
        <a:p>
          <a:endParaRPr lang="en-US"/>
        </a:p>
      </dgm:t>
    </dgm:pt>
    <dgm:pt modelId="{3A0DA01B-0FE7-416E-A597-A8BCB524A36F}" type="sibTrans" cxnId="{DBDE2083-79EB-46AE-A298-E204860A4441}">
      <dgm:prSet/>
      <dgm:spPr/>
      <dgm:t>
        <a:bodyPr/>
        <a:lstStyle/>
        <a:p>
          <a:endParaRPr lang="en-US"/>
        </a:p>
      </dgm:t>
    </dgm:pt>
    <dgm:pt modelId="{7563E8D8-5594-4BE7-82FF-79AAD96B1412}">
      <dgm:prSet custT="1"/>
      <dgm:spPr/>
      <dgm:t>
        <a:bodyPr/>
        <a:lstStyle/>
        <a:p>
          <a:r>
            <a:rPr lang="en-US" sz="1800" noProof="0" dirty="0"/>
            <a:t>Irregular</a:t>
          </a:r>
        </a:p>
      </dgm:t>
    </dgm:pt>
    <dgm:pt modelId="{8E7A78E3-8C63-4928-895F-2062E0EE111D}" type="parTrans" cxnId="{01144BE9-A578-4925-99B7-BF4E2A4F510B}">
      <dgm:prSet/>
      <dgm:spPr/>
      <dgm:t>
        <a:bodyPr/>
        <a:lstStyle/>
        <a:p>
          <a:endParaRPr lang="en-US"/>
        </a:p>
      </dgm:t>
    </dgm:pt>
    <dgm:pt modelId="{85463669-1EC0-4C13-A350-C50FF3475DBA}" type="sibTrans" cxnId="{01144BE9-A578-4925-99B7-BF4E2A4F510B}">
      <dgm:prSet/>
      <dgm:spPr/>
      <dgm:t>
        <a:bodyPr/>
        <a:lstStyle/>
        <a:p>
          <a:endParaRPr lang="en-US"/>
        </a:p>
      </dgm:t>
    </dgm:pt>
    <dgm:pt modelId="{B09E794A-1E1A-4F16-B12E-B79D81FB4158}">
      <dgm:prSet custT="1"/>
      <dgm:spPr/>
      <dgm:t>
        <a:bodyPr/>
        <a:lstStyle/>
        <a:p>
          <a:endParaRPr lang="en-US" sz="1800" noProof="0" dirty="0"/>
        </a:p>
      </dgm:t>
    </dgm:pt>
    <dgm:pt modelId="{4C796727-F268-43DA-B0CB-96B42B25BDA9}" type="parTrans" cxnId="{F15EB6EF-AD04-4CFB-8105-02E89C595F73}">
      <dgm:prSet/>
      <dgm:spPr/>
      <dgm:t>
        <a:bodyPr/>
        <a:lstStyle/>
        <a:p>
          <a:endParaRPr lang="en-US"/>
        </a:p>
      </dgm:t>
    </dgm:pt>
    <dgm:pt modelId="{F26219C2-893C-4D68-8FFF-6B0023F16CA9}" type="sibTrans" cxnId="{F15EB6EF-AD04-4CFB-8105-02E89C595F73}">
      <dgm:prSet/>
      <dgm:spPr/>
      <dgm:t>
        <a:bodyPr/>
        <a:lstStyle/>
        <a:p>
          <a:endParaRPr lang="en-US"/>
        </a:p>
      </dgm:t>
    </dgm:pt>
    <dgm:pt modelId="{00CCF428-F868-4BEA-90C0-469ADA38417A}">
      <dgm:prSet custT="1"/>
      <dgm:spPr/>
      <dgm:t>
        <a:bodyPr/>
        <a:lstStyle/>
        <a:p>
          <a:r>
            <a:rPr lang="en-US" sz="1800" noProof="0" dirty="0"/>
            <a:t>Go – Goes</a:t>
          </a:r>
        </a:p>
      </dgm:t>
    </dgm:pt>
    <dgm:pt modelId="{588CAF5C-A7BB-41BE-9CAD-BD8960F49F9A}" type="parTrans" cxnId="{CDB9B774-0EEE-4E6F-8E88-C321D2D390D8}">
      <dgm:prSet/>
      <dgm:spPr/>
      <dgm:t>
        <a:bodyPr/>
        <a:lstStyle/>
        <a:p>
          <a:endParaRPr lang="en-US"/>
        </a:p>
      </dgm:t>
    </dgm:pt>
    <dgm:pt modelId="{FAC81D64-2DA2-48CB-A602-5C3AA0CED3C9}" type="sibTrans" cxnId="{CDB9B774-0EEE-4E6F-8E88-C321D2D390D8}">
      <dgm:prSet/>
      <dgm:spPr/>
      <dgm:t>
        <a:bodyPr/>
        <a:lstStyle/>
        <a:p>
          <a:endParaRPr lang="en-US"/>
        </a:p>
      </dgm:t>
    </dgm:pt>
    <dgm:pt modelId="{935BE3B5-6073-41C6-A021-A88A8F0F6C7F}">
      <dgm:prSet custT="1"/>
      <dgm:spPr/>
      <dgm:t>
        <a:bodyPr/>
        <a:lstStyle/>
        <a:p>
          <a:r>
            <a:rPr lang="en-US" sz="1800" noProof="0" dirty="0"/>
            <a:t>Have – Has</a:t>
          </a:r>
        </a:p>
      </dgm:t>
    </dgm:pt>
    <dgm:pt modelId="{85697AF8-F96D-4D23-9963-935099DA6F43}" type="parTrans" cxnId="{F0DB5F1B-694E-4C63-9AC1-13B3F8D538AA}">
      <dgm:prSet/>
      <dgm:spPr/>
      <dgm:t>
        <a:bodyPr/>
        <a:lstStyle/>
        <a:p>
          <a:endParaRPr lang="en-US"/>
        </a:p>
      </dgm:t>
    </dgm:pt>
    <dgm:pt modelId="{C8F09A5A-51F8-4FD5-BADD-0A0336F76867}" type="sibTrans" cxnId="{F0DB5F1B-694E-4C63-9AC1-13B3F8D538AA}">
      <dgm:prSet/>
      <dgm:spPr/>
      <dgm:t>
        <a:bodyPr/>
        <a:lstStyle/>
        <a:p>
          <a:endParaRPr lang="en-US"/>
        </a:p>
      </dgm:t>
    </dgm:pt>
    <dgm:pt modelId="{C4CF09AE-2935-4E02-86C5-6ECE57392B12}">
      <dgm:prSet phldrT="[Texto]" custT="1"/>
      <dgm:spPr/>
      <dgm:t>
        <a:bodyPr/>
        <a:lstStyle/>
        <a:p>
          <a:endParaRPr lang="en-US" sz="1800" noProof="0" dirty="0"/>
        </a:p>
      </dgm:t>
    </dgm:pt>
    <dgm:pt modelId="{C4577AD1-887A-4D17-A40E-9BEC0239C776}" type="parTrans" cxnId="{2E82497F-8DA1-4661-8E53-CA81E0F58FBD}">
      <dgm:prSet/>
      <dgm:spPr/>
      <dgm:t>
        <a:bodyPr/>
        <a:lstStyle/>
        <a:p>
          <a:endParaRPr lang="en-US"/>
        </a:p>
      </dgm:t>
    </dgm:pt>
    <dgm:pt modelId="{3CFAC35A-0B84-44BE-84C6-1D3FE2233B18}" type="sibTrans" cxnId="{2E82497F-8DA1-4661-8E53-CA81E0F58FBD}">
      <dgm:prSet/>
      <dgm:spPr/>
      <dgm:t>
        <a:bodyPr/>
        <a:lstStyle/>
        <a:p>
          <a:endParaRPr lang="en-US"/>
        </a:p>
      </dgm:t>
    </dgm:pt>
    <dgm:pt modelId="{F37E1794-6167-4BA7-887A-97385417C06C}">
      <dgm:prSet phldrT="[Texto]" custT="1"/>
      <dgm:spPr/>
      <dgm:t>
        <a:bodyPr/>
        <a:lstStyle/>
        <a:p>
          <a:endParaRPr lang="en-US" sz="1800" noProof="0" dirty="0"/>
        </a:p>
      </dgm:t>
    </dgm:pt>
    <dgm:pt modelId="{8BF084C0-0CF1-4240-A398-BAE52B122780}" type="parTrans" cxnId="{BC965E1F-7AFB-45E3-9F05-AB65EEA69D0D}">
      <dgm:prSet/>
      <dgm:spPr/>
      <dgm:t>
        <a:bodyPr/>
        <a:lstStyle/>
        <a:p>
          <a:endParaRPr lang="en-US"/>
        </a:p>
      </dgm:t>
    </dgm:pt>
    <dgm:pt modelId="{4047C377-C657-40B8-AC8F-8812558E14ED}" type="sibTrans" cxnId="{BC965E1F-7AFB-45E3-9F05-AB65EEA69D0D}">
      <dgm:prSet/>
      <dgm:spPr/>
      <dgm:t>
        <a:bodyPr/>
        <a:lstStyle/>
        <a:p>
          <a:endParaRPr lang="en-US"/>
        </a:p>
      </dgm:t>
    </dgm:pt>
    <dgm:pt modelId="{455BE0D3-4482-4006-A0BB-D7AB3AC1F9DE}">
      <dgm:prSet phldrT="[Texto]" custT="1"/>
      <dgm:spPr/>
      <dgm:t>
        <a:bodyPr/>
        <a:lstStyle/>
        <a:p>
          <a:endParaRPr lang="en-US" sz="1800" noProof="0" dirty="0"/>
        </a:p>
      </dgm:t>
    </dgm:pt>
    <dgm:pt modelId="{E44645BF-A9C0-479F-BFAA-EBD6EB713026}" type="parTrans" cxnId="{17BCB627-3155-4E04-A11E-32B576FB7983}">
      <dgm:prSet/>
      <dgm:spPr/>
      <dgm:t>
        <a:bodyPr/>
        <a:lstStyle/>
        <a:p>
          <a:endParaRPr lang="en-US"/>
        </a:p>
      </dgm:t>
    </dgm:pt>
    <dgm:pt modelId="{5DA00A1C-BAD9-475D-816F-DA1463B880D6}" type="sibTrans" cxnId="{17BCB627-3155-4E04-A11E-32B576FB7983}">
      <dgm:prSet/>
      <dgm:spPr/>
      <dgm:t>
        <a:bodyPr/>
        <a:lstStyle/>
        <a:p>
          <a:endParaRPr lang="en-US"/>
        </a:p>
      </dgm:t>
    </dgm:pt>
    <dgm:pt modelId="{53191C81-2EC2-48A0-9B84-9A23EA0809E7}">
      <dgm:prSet phldrT="[Texto]" custT="1"/>
      <dgm:spPr/>
      <dgm:t>
        <a:bodyPr/>
        <a:lstStyle/>
        <a:p>
          <a:r>
            <a:rPr lang="en-US" sz="1800" noProof="0" dirty="0"/>
            <a:t>Study – Studies</a:t>
          </a:r>
        </a:p>
      </dgm:t>
    </dgm:pt>
    <dgm:pt modelId="{D10554AE-4B2F-4EEF-BEBB-E63F15FB36BC}" type="parTrans" cxnId="{99A21BA9-CA1C-41B3-B2D2-0F2C2F27E569}">
      <dgm:prSet/>
      <dgm:spPr/>
      <dgm:t>
        <a:bodyPr/>
        <a:lstStyle/>
        <a:p>
          <a:endParaRPr lang="en-US"/>
        </a:p>
      </dgm:t>
    </dgm:pt>
    <dgm:pt modelId="{F930D0DA-5298-4FA1-866B-A2B89C6AA503}" type="sibTrans" cxnId="{99A21BA9-CA1C-41B3-B2D2-0F2C2F27E569}">
      <dgm:prSet/>
      <dgm:spPr/>
      <dgm:t>
        <a:bodyPr/>
        <a:lstStyle/>
        <a:p>
          <a:endParaRPr lang="en-US"/>
        </a:p>
      </dgm:t>
    </dgm:pt>
    <dgm:pt modelId="{D0ED81A2-E366-48A3-82C8-FE8E3FA808E7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800" noProof="0" dirty="0"/>
        </a:p>
      </dgm:t>
    </dgm:pt>
    <dgm:pt modelId="{1648920E-16E5-4AF5-B7F5-0ED4AF248760}" type="parTrans" cxnId="{4C1F98C7-4CA4-4EA4-83B9-688698F527B9}">
      <dgm:prSet/>
      <dgm:spPr/>
      <dgm:t>
        <a:bodyPr/>
        <a:lstStyle/>
        <a:p>
          <a:endParaRPr lang="en-US"/>
        </a:p>
      </dgm:t>
    </dgm:pt>
    <dgm:pt modelId="{4B92C0FD-CF3F-4F99-A31D-94134D570F33}" type="sibTrans" cxnId="{4C1F98C7-4CA4-4EA4-83B9-688698F527B9}">
      <dgm:prSet/>
      <dgm:spPr/>
      <dgm:t>
        <a:bodyPr/>
        <a:lstStyle/>
        <a:p>
          <a:endParaRPr lang="en-US"/>
        </a:p>
      </dgm:t>
    </dgm:pt>
    <dgm:pt modelId="{5F806F2E-60D0-4625-AAD9-6F015E9F7F5B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800" noProof="0" dirty="0"/>
        </a:p>
      </dgm:t>
    </dgm:pt>
    <dgm:pt modelId="{82F8B0B6-E432-4A57-98EB-6EB066F13E30}" type="parTrans" cxnId="{4DA9C03C-77B8-4F77-A207-E8D8A1D28D04}">
      <dgm:prSet/>
      <dgm:spPr/>
      <dgm:t>
        <a:bodyPr/>
        <a:lstStyle/>
        <a:p>
          <a:endParaRPr lang="en-US"/>
        </a:p>
      </dgm:t>
    </dgm:pt>
    <dgm:pt modelId="{3FD35957-6093-4E36-BDFA-76C2845A99CA}" type="sibTrans" cxnId="{4DA9C03C-77B8-4F77-A207-E8D8A1D28D04}">
      <dgm:prSet/>
      <dgm:spPr/>
      <dgm:t>
        <a:bodyPr/>
        <a:lstStyle/>
        <a:p>
          <a:endParaRPr lang="en-US"/>
        </a:p>
      </dgm:t>
    </dgm:pt>
    <dgm:pt modelId="{A05325DD-E6A2-455E-B1B8-A125ED9B8F35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noProof="0" dirty="0"/>
            <a:t>Play – Plays</a:t>
          </a:r>
        </a:p>
      </dgm:t>
    </dgm:pt>
    <dgm:pt modelId="{F6E28389-BA3C-43B9-9BB4-A41FE6B3066A}" type="parTrans" cxnId="{EC0E46BC-2E44-42F8-872B-7CC72AE5D0F2}">
      <dgm:prSet/>
      <dgm:spPr/>
      <dgm:t>
        <a:bodyPr/>
        <a:lstStyle/>
        <a:p>
          <a:endParaRPr lang="en-US"/>
        </a:p>
      </dgm:t>
    </dgm:pt>
    <dgm:pt modelId="{2CA8A3F0-9602-4FAE-BA12-5609E47F2395}" type="sibTrans" cxnId="{EC0E46BC-2E44-42F8-872B-7CC72AE5D0F2}">
      <dgm:prSet/>
      <dgm:spPr/>
      <dgm:t>
        <a:bodyPr/>
        <a:lstStyle/>
        <a:p>
          <a:endParaRPr lang="en-US"/>
        </a:p>
      </dgm:t>
    </dgm:pt>
    <dgm:pt modelId="{6160FC35-5F56-444B-8BEF-16349C237A3D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800" noProof="0" dirty="0"/>
        </a:p>
      </dgm:t>
    </dgm:pt>
    <dgm:pt modelId="{B2FE5B1A-7A9F-4F3A-A1BF-7F336979C211}" type="parTrans" cxnId="{BF98090A-7825-4633-A5B8-31E15BAAD48C}">
      <dgm:prSet/>
      <dgm:spPr/>
      <dgm:t>
        <a:bodyPr/>
        <a:lstStyle/>
        <a:p>
          <a:endParaRPr lang="en-US"/>
        </a:p>
      </dgm:t>
    </dgm:pt>
    <dgm:pt modelId="{F8687117-70D4-4558-A018-2A5D2D70E6D0}" type="sibTrans" cxnId="{BF98090A-7825-4633-A5B8-31E15BAAD48C}">
      <dgm:prSet/>
      <dgm:spPr/>
      <dgm:t>
        <a:bodyPr/>
        <a:lstStyle/>
        <a:p>
          <a:endParaRPr lang="en-US"/>
        </a:p>
      </dgm:t>
    </dgm:pt>
    <dgm:pt modelId="{01DC2629-2D63-40B8-9B4C-1DC6BCEDCBE9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sz="1800" noProof="0" dirty="0"/>
        </a:p>
      </dgm:t>
    </dgm:pt>
    <dgm:pt modelId="{2666D592-A7E5-4B14-B959-CF9E3E5D6E28}" type="parTrans" cxnId="{62F7AC1A-74F4-436F-A134-E1A9AAB35860}">
      <dgm:prSet/>
      <dgm:spPr/>
      <dgm:t>
        <a:bodyPr/>
        <a:lstStyle/>
        <a:p>
          <a:endParaRPr lang="en-US"/>
        </a:p>
      </dgm:t>
    </dgm:pt>
    <dgm:pt modelId="{D5E2B1E5-B3E8-4D0B-81C9-D20500063B91}" type="sibTrans" cxnId="{62F7AC1A-74F4-436F-A134-E1A9AAB35860}">
      <dgm:prSet/>
      <dgm:spPr/>
      <dgm:t>
        <a:bodyPr/>
        <a:lstStyle/>
        <a:p>
          <a:endParaRPr lang="en-US"/>
        </a:p>
      </dgm:t>
    </dgm:pt>
    <dgm:pt modelId="{5E036547-4C8A-4639-89E9-2480D203DEB0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noProof="0" dirty="0"/>
            <a:t>Play – Plays</a:t>
          </a:r>
        </a:p>
      </dgm:t>
    </dgm:pt>
    <dgm:pt modelId="{ED8B7477-A8F8-47C1-9010-905C9A422820}" type="parTrans" cxnId="{8ED6462B-4AD2-428C-B822-10BE2DFA7A25}">
      <dgm:prSet/>
      <dgm:spPr/>
      <dgm:t>
        <a:bodyPr/>
        <a:lstStyle/>
        <a:p>
          <a:endParaRPr lang="en-US"/>
        </a:p>
      </dgm:t>
    </dgm:pt>
    <dgm:pt modelId="{43894A4C-BAC9-4B69-84A0-4DA758648B6A}" type="sibTrans" cxnId="{8ED6462B-4AD2-428C-B822-10BE2DFA7A25}">
      <dgm:prSet/>
      <dgm:spPr/>
      <dgm:t>
        <a:bodyPr/>
        <a:lstStyle/>
        <a:p>
          <a:endParaRPr lang="en-US"/>
        </a:p>
      </dgm:t>
    </dgm:pt>
    <dgm:pt modelId="{3D9DE946-B2A9-46DC-96B3-01154B702EE0}">
      <dgm:prSet custT="1"/>
      <dgm:spPr/>
      <dgm:t>
        <a:bodyPr/>
        <a:lstStyle/>
        <a:p>
          <a:endParaRPr lang="en-US" sz="1800" noProof="0" dirty="0"/>
        </a:p>
      </dgm:t>
    </dgm:pt>
    <dgm:pt modelId="{B850B75B-073E-49BF-8B65-4805197C886E}" type="parTrans" cxnId="{598460E1-F45D-48DC-B230-D2E1B018230D}">
      <dgm:prSet/>
      <dgm:spPr/>
      <dgm:t>
        <a:bodyPr/>
        <a:lstStyle/>
        <a:p>
          <a:endParaRPr lang="en-US"/>
        </a:p>
      </dgm:t>
    </dgm:pt>
    <dgm:pt modelId="{28459C0F-D54E-4FA4-8035-288FB42AB6A0}" type="sibTrans" cxnId="{598460E1-F45D-48DC-B230-D2E1B018230D}">
      <dgm:prSet/>
      <dgm:spPr/>
      <dgm:t>
        <a:bodyPr/>
        <a:lstStyle/>
        <a:p>
          <a:endParaRPr lang="en-US"/>
        </a:p>
      </dgm:t>
    </dgm:pt>
    <dgm:pt modelId="{66FE4D54-ED72-4842-A197-7F5EC210E4B1}">
      <dgm:prSet custT="1"/>
      <dgm:spPr/>
      <dgm:t>
        <a:bodyPr/>
        <a:lstStyle/>
        <a:p>
          <a:endParaRPr lang="en-US" sz="1800" noProof="0" dirty="0"/>
        </a:p>
      </dgm:t>
    </dgm:pt>
    <dgm:pt modelId="{5E09F09E-6A25-426D-B271-3A93C8DD21D7}" type="parTrans" cxnId="{384C80B3-2F1C-497B-A10D-61503B11CAAC}">
      <dgm:prSet/>
      <dgm:spPr/>
      <dgm:t>
        <a:bodyPr/>
        <a:lstStyle/>
        <a:p>
          <a:endParaRPr lang="en-US"/>
        </a:p>
      </dgm:t>
    </dgm:pt>
    <dgm:pt modelId="{ED1888C0-AEC9-4C0D-BE47-89624D41A4FD}" type="sibTrans" cxnId="{384C80B3-2F1C-497B-A10D-61503B11CAAC}">
      <dgm:prSet/>
      <dgm:spPr/>
      <dgm:t>
        <a:bodyPr/>
        <a:lstStyle/>
        <a:p>
          <a:endParaRPr lang="en-US"/>
        </a:p>
      </dgm:t>
    </dgm:pt>
    <dgm:pt modelId="{7947A354-C48D-4171-A7C7-A38D09080BCE}">
      <dgm:prSet custT="1"/>
      <dgm:spPr/>
      <dgm:t>
        <a:bodyPr/>
        <a:lstStyle/>
        <a:p>
          <a:r>
            <a:rPr lang="en-US" sz="1800" noProof="0" dirty="0"/>
            <a:t>Pass – Passes</a:t>
          </a:r>
        </a:p>
      </dgm:t>
    </dgm:pt>
    <dgm:pt modelId="{AB204CE0-BC8D-47AD-9B70-AD254E650B0B}" type="parTrans" cxnId="{CAE05861-9A82-42F1-B55C-42A18598BA59}">
      <dgm:prSet/>
      <dgm:spPr/>
      <dgm:t>
        <a:bodyPr/>
        <a:lstStyle/>
        <a:p>
          <a:endParaRPr lang="en-US"/>
        </a:p>
      </dgm:t>
    </dgm:pt>
    <dgm:pt modelId="{4E6BF560-57B4-4F0F-9148-7F1B8857B179}" type="sibTrans" cxnId="{CAE05861-9A82-42F1-B55C-42A18598BA59}">
      <dgm:prSet/>
      <dgm:spPr/>
      <dgm:t>
        <a:bodyPr/>
        <a:lstStyle/>
        <a:p>
          <a:endParaRPr lang="en-US"/>
        </a:p>
      </dgm:t>
    </dgm:pt>
    <dgm:pt modelId="{1EC4C27A-0AFC-409A-BD6F-7CAFF6D06488}">
      <dgm:prSet custT="1"/>
      <dgm:spPr/>
      <dgm:t>
        <a:bodyPr/>
        <a:lstStyle/>
        <a:p>
          <a:endParaRPr lang="en-US" sz="1800" noProof="0" dirty="0"/>
        </a:p>
      </dgm:t>
    </dgm:pt>
    <dgm:pt modelId="{5119D466-699C-4CDD-9502-2B12D8E44C97}" type="parTrans" cxnId="{42043128-CAEC-4665-82AB-22B2F942C80C}">
      <dgm:prSet/>
      <dgm:spPr/>
      <dgm:t>
        <a:bodyPr/>
        <a:lstStyle/>
        <a:p>
          <a:endParaRPr lang="en-US"/>
        </a:p>
      </dgm:t>
    </dgm:pt>
    <dgm:pt modelId="{6A73A0E8-BAEC-42CA-AC9B-F1EBF5483F6C}" type="sibTrans" cxnId="{42043128-CAEC-4665-82AB-22B2F942C80C}">
      <dgm:prSet/>
      <dgm:spPr/>
      <dgm:t>
        <a:bodyPr/>
        <a:lstStyle/>
        <a:p>
          <a:endParaRPr lang="en-US"/>
        </a:p>
      </dgm:t>
    </dgm:pt>
    <dgm:pt modelId="{DF20106E-750C-47A0-B428-3F35B678E3BE}">
      <dgm:prSet custT="1"/>
      <dgm:spPr/>
      <dgm:t>
        <a:bodyPr/>
        <a:lstStyle/>
        <a:p>
          <a:endParaRPr lang="en-US" sz="1800" noProof="0" dirty="0"/>
        </a:p>
      </dgm:t>
    </dgm:pt>
    <dgm:pt modelId="{463B2617-3319-41D9-B5FD-164EC566ACAA}" type="parTrans" cxnId="{B15BD5EB-2BC4-4032-B640-8587B4219A67}">
      <dgm:prSet/>
      <dgm:spPr/>
      <dgm:t>
        <a:bodyPr/>
        <a:lstStyle/>
        <a:p>
          <a:endParaRPr lang="en-US"/>
        </a:p>
      </dgm:t>
    </dgm:pt>
    <dgm:pt modelId="{941E90C8-734E-47E6-83FD-0CC43385842B}" type="sibTrans" cxnId="{B15BD5EB-2BC4-4032-B640-8587B4219A67}">
      <dgm:prSet/>
      <dgm:spPr/>
      <dgm:t>
        <a:bodyPr/>
        <a:lstStyle/>
        <a:p>
          <a:endParaRPr lang="en-US"/>
        </a:p>
      </dgm:t>
    </dgm:pt>
    <dgm:pt modelId="{15E2D06F-5843-479C-A73D-4340BD4A7BE4}">
      <dgm:prSet custT="1"/>
      <dgm:spPr/>
      <dgm:t>
        <a:bodyPr/>
        <a:lstStyle/>
        <a:p>
          <a:r>
            <a:rPr lang="en-US" sz="1800" noProof="0" dirty="0"/>
            <a:t>Do – Does</a:t>
          </a:r>
        </a:p>
      </dgm:t>
    </dgm:pt>
    <dgm:pt modelId="{262422BF-0286-498F-B1B9-15A355209F0B}" type="parTrans" cxnId="{E8688BA3-7E71-4626-96CA-870D06EDA408}">
      <dgm:prSet/>
      <dgm:spPr/>
      <dgm:t>
        <a:bodyPr/>
        <a:lstStyle/>
        <a:p>
          <a:endParaRPr lang="en-US"/>
        </a:p>
      </dgm:t>
    </dgm:pt>
    <dgm:pt modelId="{EE32DDAF-E59F-4277-B528-1CE8EC69D064}" type="sibTrans" cxnId="{E8688BA3-7E71-4626-96CA-870D06EDA408}">
      <dgm:prSet/>
      <dgm:spPr/>
      <dgm:t>
        <a:bodyPr/>
        <a:lstStyle/>
        <a:p>
          <a:endParaRPr lang="en-US"/>
        </a:p>
      </dgm:t>
    </dgm:pt>
    <dgm:pt modelId="{3F58806D-211B-4044-9261-70AFA5AF5719}" type="pres">
      <dgm:prSet presAssocID="{E1888B9B-FED6-4BBE-A890-A87534824E27}" presName="composite" presStyleCnt="0">
        <dgm:presLayoutVars>
          <dgm:chMax val="1"/>
          <dgm:dir/>
          <dgm:resizeHandles val="exact"/>
        </dgm:presLayoutVars>
      </dgm:prSet>
      <dgm:spPr/>
    </dgm:pt>
    <dgm:pt modelId="{FBD9BDE0-2B1D-47A7-A0D4-452DD52472A0}" type="pres">
      <dgm:prSet presAssocID="{7E3A158D-FF40-4A0D-9A3D-E53EAC0E3757}" presName="roof" presStyleLbl="dkBgShp" presStyleIdx="0" presStyleCnt="2" custLinFactNeighborX="-5623" custLinFactNeighborY="-19071"/>
      <dgm:spPr/>
    </dgm:pt>
    <dgm:pt modelId="{AA1BECDA-71EE-4780-8B62-38571F31D08E}" type="pres">
      <dgm:prSet presAssocID="{7E3A158D-FF40-4A0D-9A3D-E53EAC0E3757}" presName="pillars" presStyleCnt="0"/>
      <dgm:spPr/>
    </dgm:pt>
    <dgm:pt modelId="{BDA6116C-9416-418D-A75F-02F006DEDEE4}" type="pres">
      <dgm:prSet presAssocID="{7E3A158D-FF40-4A0D-9A3D-E53EAC0E3757}" presName="pillar1" presStyleLbl="node1" presStyleIdx="0" presStyleCnt="5">
        <dgm:presLayoutVars>
          <dgm:bulletEnabled val="1"/>
        </dgm:presLayoutVars>
      </dgm:prSet>
      <dgm:spPr/>
    </dgm:pt>
    <dgm:pt modelId="{E59E1ED1-A59F-468A-8EC0-988FA0F4C064}" type="pres">
      <dgm:prSet presAssocID="{78E4BEAF-E0B9-421D-AF0D-3FB5F277B226}" presName="pillarX" presStyleLbl="node1" presStyleIdx="1" presStyleCnt="5">
        <dgm:presLayoutVars>
          <dgm:bulletEnabled val="1"/>
        </dgm:presLayoutVars>
      </dgm:prSet>
      <dgm:spPr/>
    </dgm:pt>
    <dgm:pt modelId="{DE627172-4954-41D1-B0E4-95748B267EE6}" type="pres">
      <dgm:prSet presAssocID="{CCC6BB5C-A2F3-4AFC-BADA-328CBC89C7F2}" presName="pillarX" presStyleLbl="node1" presStyleIdx="2" presStyleCnt="5">
        <dgm:presLayoutVars>
          <dgm:bulletEnabled val="1"/>
        </dgm:presLayoutVars>
      </dgm:prSet>
      <dgm:spPr/>
    </dgm:pt>
    <dgm:pt modelId="{68928E43-5372-4ADF-B73E-30B567488EC3}" type="pres">
      <dgm:prSet presAssocID="{86BB9F5C-CAAA-4CB2-8208-D7960DF7E53B}" presName="pillarX" presStyleLbl="node1" presStyleIdx="3" presStyleCnt="5">
        <dgm:presLayoutVars>
          <dgm:bulletEnabled val="1"/>
        </dgm:presLayoutVars>
      </dgm:prSet>
      <dgm:spPr/>
    </dgm:pt>
    <dgm:pt modelId="{771892E7-BBDE-4B82-999E-6C1F2F5D0426}" type="pres">
      <dgm:prSet presAssocID="{7563E8D8-5594-4BE7-82FF-79AAD96B1412}" presName="pillarX" presStyleLbl="node1" presStyleIdx="4" presStyleCnt="5">
        <dgm:presLayoutVars>
          <dgm:bulletEnabled val="1"/>
        </dgm:presLayoutVars>
      </dgm:prSet>
      <dgm:spPr/>
    </dgm:pt>
    <dgm:pt modelId="{4E75192E-F7C7-4E1D-A8F0-579DCE9F311A}" type="pres">
      <dgm:prSet presAssocID="{7E3A158D-FF40-4A0D-9A3D-E53EAC0E3757}" presName="base" presStyleLbl="dkBgShp" presStyleIdx="1" presStyleCnt="2"/>
      <dgm:spPr/>
    </dgm:pt>
  </dgm:ptLst>
  <dgm:cxnLst>
    <dgm:cxn modelId="{5B5EBB00-EBBA-4BD6-8D1E-5E30D857C44C}" type="presOf" srcId="{935BE3B5-6073-41C6-A021-A88A8F0F6C7F}" destId="{771892E7-BBDE-4B82-999E-6C1F2F5D0426}" srcOrd="0" destOrd="6" presId="urn:microsoft.com/office/officeart/2005/8/layout/hList3"/>
    <dgm:cxn modelId="{D4649A01-9C7F-4AB7-AC7E-3F2FD3E75591}" type="presOf" srcId="{F37E1794-6167-4BA7-887A-97385417C06C}" destId="{E59E1ED1-A59F-468A-8EC0-988FA0F4C064}" srcOrd="0" destOrd="2" presId="urn:microsoft.com/office/officeart/2005/8/layout/hList3"/>
    <dgm:cxn modelId="{84D3EF06-7C7E-484D-9ACA-38F018AA996F}" srcId="{86BB9F5C-CAAA-4CB2-8208-D7960DF7E53B}" destId="{DBC4CC39-855A-44A7-9020-41E6A9C2D0B1}" srcOrd="4" destOrd="0" parTransId="{73ADC2DC-8F85-4798-84D5-83A47119996B}" sibTransId="{F9CA46BE-9881-4A71-AF96-549D2B181EDD}"/>
    <dgm:cxn modelId="{6C979C09-DA9C-4286-9016-DBFCDA20F607}" type="presOf" srcId="{15E2D06F-5843-479C-A73D-4340BD4A7BE4}" destId="{771892E7-BBDE-4B82-999E-6C1F2F5D0426}" srcOrd="0" destOrd="4" presId="urn:microsoft.com/office/officeart/2005/8/layout/hList3"/>
    <dgm:cxn modelId="{BF98090A-7825-4633-A5B8-31E15BAAD48C}" srcId="{CCC6BB5C-A2F3-4AFC-BADA-328CBC89C7F2}" destId="{6160FC35-5F56-444B-8BEF-16349C237A3D}" srcOrd="1" destOrd="0" parTransId="{B2FE5B1A-7A9F-4F3A-A1BF-7F336979C211}" sibTransId="{F8687117-70D4-4558-A018-2A5D2D70E6D0}"/>
    <dgm:cxn modelId="{0568060D-51F0-41A3-B866-813B13DF4884}" srcId="{7E3A158D-FF40-4A0D-9A3D-E53EAC0E3757}" destId="{78E4BEAF-E0B9-421D-AF0D-3FB5F277B226}" srcOrd="1" destOrd="0" parTransId="{2E937C5A-185C-44FF-AA78-D49349D7E246}" sibTransId="{E621EABF-822E-4148-AD71-4BF8C05340DC}"/>
    <dgm:cxn modelId="{E7B02013-3AE5-4D11-B947-7DF6788E84C0}" type="presOf" srcId="{455BE0D3-4482-4006-A0BB-D7AB3AC1F9DE}" destId="{E59E1ED1-A59F-468A-8EC0-988FA0F4C064}" srcOrd="0" destOrd="3" presId="urn:microsoft.com/office/officeart/2005/8/layout/hList3"/>
    <dgm:cxn modelId="{5DE5A619-7945-474A-B1A1-5F7B3D3B815C}" type="presOf" srcId="{7563E8D8-5594-4BE7-82FF-79AAD96B1412}" destId="{771892E7-BBDE-4B82-999E-6C1F2F5D0426}" srcOrd="0" destOrd="0" presId="urn:microsoft.com/office/officeart/2005/8/layout/hList3"/>
    <dgm:cxn modelId="{62F7AC1A-74F4-436F-A134-E1A9AAB35860}" srcId="{CCC6BB5C-A2F3-4AFC-BADA-328CBC89C7F2}" destId="{01DC2629-2D63-40B8-9B4C-1DC6BCEDCBE9}" srcOrd="2" destOrd="0" parTransId="{2666D592-A7E5-4B14-B959-CF9E3E5D6E28}" sibTransId="{D5E2B1E5-B3E8-4D0B-81C9-D20500063B91}"/>
    <dgm:cxn modelId="{F0DB5F1B-694E-4C63-9AC1-13B3F8D538AA}" srcId="{7563E8D8-5594-4BE7-82FF-79AAD96B1412}" destId="{935BE3B5-6073-41C6-A021-A88A8F0F6C7F}" srcOrd="5" destOrd="0" parTransId="{85697AF8-F96D-4D23-9963-935099DA6F43}" sibTransId="{C8F09A5A-51F8-4FD5-BADD-0A0336F76867}"/>
    <dgm:cxn modelId="{6F9D4B1B-CCAB-4182-AAD8-3186F23C9E17}" srcId="{F8A40096-39DE-42B0-9062-FA343FFAC6BC}" destId="{740D6A15-6CD6-498E-9459-28C729239210}" srcOrd="6" destOrd="0" parTransId="{88629D95-EAFD-46AC-A818-8B06D6304631}" sibTransId="{FE16F21A-E524-4DA0-92AD-D542C573D7DA}"/>
    <dgm:cxn modelId="{EE88001D-3257-484E-8096-68048E9E2811}" type="presOf" srcId="{6160FC35-5F56-444B-8BEF-16349C237A3D}" destId="{DE627172-4954-41D1-B0E4-95748B267EE6}" srcOrd="0" destOrd="2" presId="urn:microsoft.com/office/officeart/2005/8/layout/hList3"/>
    <dgm:cxn modelId="{BC965E1F-7AFB-45E3-9F05-AB65EEA69D0D}" srcId="{78E4BEAF-E0B9-421D-AF0D-3FB5F277B226}" destId="{F37E1794-6167-4BA7-887A-97385417C06C}" srcOrd="1" destOrd="0" parTransId="{8BF084C0-0CF1-4240-A398-BAE52B122780}" sibTransId="{4047C377-C657-40B8-AC8F-8812558E14ED}"/>
    <dgm:cxn modelId="{96C90F22-B63D-46FF-82FA-6776B1106632}" type="presOf" srcId="{1AFD6CE3-C81A-4F58-8531-8CEEDF9467B1}" destId="{E59E1ED1-A59F-468A-8EC0-988FA0F4C064}" srcOrd="0" destOrd="8" presId="urn:microsoft.com/office/officeart/2005/8/layout/hList3"/>
    <dgm:cxn modelId="{59E96825-181A-42F1-A179-D1128E523F97}" srcId="{7E3A158D-FF40-4A0D-9A3D-E53EAC0E3757}" destId="{F8A40096-39DE-42B0-9062-FA343FFAC6BC}" srcOrd="0" destOrd="0" parTransId="{A5A492C4-29E6-4FC7-BD20-E22520829459}" sibTransId="{84AFF3FE-950D-40FE-BDFF-F4C5FBBDDED0}"/>
    <dgm:cxn modelId="{DAC37826-57FF-4D20-9C03-3F7CC771C423}" type="presOf" srcId="{00CCF428-F868-4BEA-90C0-469ADA38417A}" destId="{771892E7-BBDE-4B82-999E-6C1F2F5D0426}" srcOrd="0" destOrd="5" presId="urn:microsoft.com/office/officeart/2005/8/layout/hList3"/>
    <dgm:cxn modelId="{17BCB627-3155-4E04-A11E-32B576FB7983}" srcId="{78E4BEAF-E0B9-421D-AF0D-3FB5F277B226}" destId="{455BE0D3-4482-4006-A0BB-D7AB3AC1F9DE}" srcOrd="2" destOrd="0" parTransId="{E44645BF-A9C0-479F-BFAA-EBD6EB713026}" sibTransId="{5DA00A1C-BAD9-475D-816F-DA1463B880D6}"/>
    <dgm:cxn modelId="{42043128-CAEC-4665-82AB-22B2F942C80C}" srcId="{7563E8D8-5594-4BE7-82FF-79AAD96B1412}" destId="{1EC4C27A-0AFC-409A-BD6F-7CAFF6D06488}" srcOrd="1" destOrd="0" parTransId="{5119D466-699C-4CDD-9502-2B12D8E44C97}" sibTransId="{6A73A0E8-BAEC-42CA-AC9B-F1EBF5483F6C}"/>
    <dgm:cxn modelId="{8ED6462B-4AD2-428C-B822-10BE2DFA7A25}" srcId="{CCC6BB5C-A2F3-4AFC-BADA-328CBC89C7F2}" destId="{5E036547-4C8A-4639-89E9-2480D203DEB0}" srcOrd="3" destOrd="0" parTransId="{ED8B7477-A8F8-47C1-9010-905C9A422820}" sibTransId="{43894A4C-BAC9-4B69-84A0-4DA758648B6A}"/>
    <dgm:cxn modelId="{5E6A482E-874A-4257-A54B-DA5F38EE70E5}" type="presOf" srcId="{DF5C6B36-A56E-4FFD-884E-90FCD4FD6F7B}" destId="{DE627172-4954-41D1-B0E4-95748B267EE6}" srcOrd="0" destOrd="1" presId="urn:microsoft.com/office/officeart/2005/8/layout/hList3"/>
    <dgm:cxn modelId="{80E1EA2E-94CC-418C-8CB1-1FA0CCE1D7A3}" type="presOf" srcId="{39EED0E2-610E-46E8-9658-A5852EB008E2}" destId="{BDA6116C-9416-418D-A75F-02F006DEDEE4}" srcOrd="0" destOrd="6" presId="urn:microsoft.com/office/officeart/2005/8/layout/hList3"/>
    <dgm:cxn modelId="{85168E38-F294-4CB2-94BD-092759A462D0}" type="presOf" srcId="{DBE88BE2-763B-495B-8777-8020025D7C79}" destId="{DE627172-4954-41D1-B0E4-95748B267EE6}" srcOrd="0" destOrd="7" presId="urn:microsoft.com/office/officeart/2005/8/layout/hList3"/>
    <dgm:cxn modelId="{4DA9C03C-77B8-4F77-A207-E8D8A1D28D04}" srcId="{F8A40096-39DE-42B0-9062-FA343FFAC6BC}" destId="{5F806F2E-60D0-4625-AAD9-6F015E9F7F5B}" srcOrd="2" destOrd="0" parTransId="{82F8B0B6-E432-4A57-98EB-6EB066F13E30}" sibTransId="{3FD35957-6093-4E36-BDFA-76C2845A99CA}"/>
    <dgm:cxn modelId="{E432183D-9633-4F4F-A208-62A124E1DD31}" srcId="{F8A40096-39DE-42B0-9062-FA343FFAC6BC}" destId="{3FFE05C8-01A1-4056-8DA2-3F40ECB7A349}" srcOrd="4" destOrd="0" parTransId="{75290173-82F7-40BC-9991-6676A8F24B92}" sibTransId="{9CDDAAC8-4AD1-467F-A922-4BBAB847CDD2}"/>
    <dgm:cxn modelId="{CE122E60-0124-458D-923F-8982E7FD80BF}" srcId="{CCC6BB5C-A2F3-4AFC-BADA-328CBC89C7F2}" destId="{DBE88BE2-763B-495B-8777-8020025D7C79}" srcOrd="6" destOrd="0" parTransId="{D19ED1EC-0546-40BA-B5FE-504C7E2C9DE7}" sibTransId="{A4E4FD52-6D3B-4DF1-898E-81EA15A92C00}"/>
    <dgm:cxn modelId="{CAE05861-9A82-42F1-B55C-42A18598BA59}" srcId="{86BB9F5C-CAAA-4CB2-8208-D7960DF7E53B}" destId="{7947A354-C48D-4171-A7C7-A38D09080BCE}" srcOrd="2" destOrd="0" parTransId="{AB204CE0-BC8D-47AD-9B70-AD254E650B0B}" sibTransId="{4E6BF560-57B4-4F0F-9148-7F1B8857B179}"/>
    <dgm:cxn modelId="{C2D94E46-9F22-4820-9CD0-0E15112E5311}" type="presOf" srcId="{A8D52A74-08EC-4CF1-8D49-52323013EB19}" destId="{E59E1ED1-A59F-468A-8EC0-988FA0F4C064}" srcOrd="0" destOrd="6" presId="urn:microsoft.com/office/officeart/2005/8/layout/hList3"/>
    <dgm:cxn modelId="{F8770B48-2F64-443B-83BC-3C7DFEC59124}" type="presOf" srcId="{F8A40096-39DE-42B0-9062-FA343FFAC6BC}" destId="{BDA6116C-9416-418D-A75F-02F006DEDEE4}" srcOrd="0" destOrd="0" presId="urn:microsoft.com/office/officeart/2005/8/layout/hList3"/>
    <dgm:cxn modelId="{0CE13B6B-C050-437D-8F24-BB77578F887A}" srcId="{CCC6BB5C-A2F3-4AFC-BADA-328CBC89C7F2}" destId="{DF5C6B36-A56E-4FFD-884E-90FCD4FD6F7B}" srcOrd="0" destOrd="0" parTransId="{60079CAA-8E7D-4A54-819F-1D3597867FEB}" sibTransId="{C4B2B475-F0E5-448A-BFBA-0A0BB72AD8E4}"/>
    <dgm:cxn modelId="{7EA5176C-4953-4E96-A39E-02F81B089B4E}" type="presOf" srcId="{E1888B9B-FED6-4BBE-A890-A87534824E27}" destId="{3F58806D-211B-4044-9261-70AFA5AF5719}" srcOrd="0" destOrd="0" presId="urn:microsoft.com/office/officeart/2005/8/layout/hList3"/>
    <dgm:cxn modelId="{B511224D-575D-4497-B727-0EA4C824AE95}" type="presOf" srcId="{3FFE05C8-01A1-4056-8DA2-3F40ECB7A349}" destId="{BDA6116C-9416-418D-A75F-02F006DEDEE4}" srcOrd="0" destOrd="5" presId="urn:microsoft.com/office/officeart/2005/8/layout/hList3"/>
    <dgm:cxn modelId="{27ED1B6F-FB4B-4871-9FA7-1DE2622F1D73}" srcId="{7E3A158D-FF40-4A0D-9A3D-E53EAC0E3757}" destId="{86BB9F5C-CAAA-4CB2-8208-D7960DF7E53B}" srcOrd="3" destOrd="0" parTransId="{8722FC9F-FCAE-4761-9419-8534592DDC23}" sibTransId="{7696E012-0948-4B49-943A-146AFF6CEBBE}"/>
    <dgm:cxn modelId="{2AF8346F-B3E5-4DEC-99A1-F6E946680981}" type="presOf" srcId="{C4CF09AE-2935-4E02-86C5-6ECE57392B12}" destId="{E59E1ED1-A59F-468A-8EC0-988FA0F4C064}" srcOrd="0" destOrd="1" presId="urn:microsoft.com/office/officeart/2005/8/layout/hList3"/>
    <dgm:cxn modelId="{02DB6750-7238-4A4B-82DC-E7B7B1E54F11}" type="presOf" srcId="{66FE4D54-ED72-4842-A197-7F5EC210E4B1}" destId="{68928E43-5372-4ADF-B73E-30B567488EC3}" srcOrd="0" destOrd="2" presId="urn:microsoft.com/office/officeart/2005/8/layout/hList3"/>
    <dgm:cxn modelId="{1D988970-428C-4E38-8D01-E925A7EE7374}" type="presOf" srcId="{86BB9F5C-CAAA-4CB2-8208-D7960DF7E53B}" destId="{68928E43-5372-4ADF-B73E-30B567488EC3}" srcOrd="0" destOrd="0" presId="urn:microsoft.com/office/officeart/2005/8/layout/hList3"/>
    <dgm:cxn modelId="{D2752371-25B6-4A2C-8343-6C32922113D4}" type="presOf" srcId="{C53988B5-EDE7-4AF1-AA56-6C3D0B820CA8}" destId="{68928E43-5372-4ADF-B73E-30B567488EC3}" srcOrd="0" destOrd="4" presId="urn:microsoft.com/office/officeart/2005/8/layout/hList3"/>
    <dgm:cxn modelId="{B8299E54-EB04-4944-B8BF-152E4C481415}" type="presOf" srcId="{1D300B65-C29A-433C-B4EE-94439E7BEC9C}" destId="{E59E1ED1-A59F-468A-8EC0-988FA0F4C064}" srcOrd="0" destOrd="5" presId="urn:microsoft.com/office/officeart/2005/8/layout/hList3"/>
    <dgm:cxn modelId="{CDB9B774-0EEE-4E6F-8E88-C321D2D390D8}" srcId="{7563E8D8-5594-4BE7-82FF-79AAD96B1412}" destId="{00CCF428-F868-4BEA-90C0-469ADA38417A}" srcOrd="4" destOrd="0" parTransId="{588CAF5C-A7BB-41BE-9CAD-BD8960F49F9A}" sibTransId="{FAC81D64-2DA2-48CB-A602-5C3AA0CED3C9}"/>
    <dgm:cxn modelId="{4A63D974-D06F-49EB-9F8C-DFDD508787A9}" type="presOf" srcId="{3D9DE946-B2A9-46DC-96B3-01154B702EE0}" destId="{68928E43-5372-4ADF-B73E-30B567488EC3}" srcOrd="0" destOrd="1" presId="urn:microsoft.com/office/officeart/2005/8/layout/hList3"/>
    <dgm:cxn modelId="{4F632455-D174-4392-81F6-02C373EF7F37}" type="presOf" srcId="{5F806F2E-60D0-4625-AAD9-6F015E9F7F5B}" destId="{BDA6116C-9416-418D-A75F-02F006DEDEE4}" srcOrd="0" destOrd="3" presId="urn:microsoft.com/office/officeart/2005/8/layout/hList3"/>
    <dgm:cxn modelId="{2E82497F-8DA1-4661-8E53-CA81E0F58FBD}" srcId="{78E4BEAF-E0B9-421D-AF0D-3FB5F277B226}" destId="{C4CF09AE-2935-4E02-86C5-6ECE57392B12}" srcOrd="0" destOrd="0" parTransId="{C4577AD1-887A-4D17-A40E-9BEC0239C776}" sibTransId="{3CFAC35A-0B84-44BE-84C6-1D3FE2233B18}"/>
    <dgm:cxn modelId="{74FB6882-B302-4427-80AC-BFAD388EB58A}" type="presOf" srcId="{53191C81-2EC2-48A0-9B84-9A23EA0809E7}" destId="{E59E1ED1-A59F-468A-8EC0-988FA0F4C064}" srcOrd="0" destOrd="4" presId="urn:microsoft.com/office/officeart/2005/8/layout/hList3"/>
    <dgm:cxn modelId="{DBDE2083-79EB-46AE-A298-E204860A4441}" srcId="{86BB9F5C-CAAA-4CB2-8208-D7960DF7E53B}" destId="{ADF95FC6-0781-4477-ADBD-151AA92C7142}" srcOrd="5" destOrd="0" parTransId="{14F7A34F-5EA2-492C-A490-D06F482040D5}" sibTransId="{3A0DA01B-0FE7-416E-A597-A8BCB524A36F}"/>
    <dgm:cxn modelId="{81CC658D-B0CC-4B90-BF63-92CB818F8BAB}" type="presOf" srcId="{78E4BEAF-E0B9-421D-AF0D-3FB5F277B226}" destId="{E59E1ED1-A59F-468A-8EC0-988FA0F4C064}" srcOrd="0" destOrd="0" presId="urn:microsoft.com/office/officeart/2005/8/layout/hList3"/>
    <dgm:cxn modelId="{21901893-35DF-4E58-AC12-33948FB01022}" type="presOf" srcId="{7947A354-C48D-4171-A7C7-A38D09080BCE}" destId="{68928E43-5372-4ADF-B73E-30B567488EC3}" srcOrd="0" destOrd="3" presId="urn:microsoft.com/office/officeart/2005/8/layout/hList3"/>
    <dgm:cxn modelId="{59BF329F-3207-4F87-9CFA-F39643FD209E}" type="presOf" srcId="{A05325DD-E6A2-455E-B1B8-A125ED9B8F35}" destId="{BDA6116C-9416-418D-A75F-02F006DEDEE4}" srcOrd="0" destOrd="4" presId="urn:microsoft.com/office/officeart/2005/8/layout/hList3"/>
    <dgm:cxn modelId="{11EE789F-C95E-4EFE-80D2-4CFB99438F9D}" type="presOf" srcId="{01DC2629-2D63-40B8-9B4C-1DC6BCEDCBE9}" destId="{DE627172-4954-41D1-B0E4-95748B267EE6}" srcOrd="0" destOrd="3" presId="urn:microsoft.com/office/officeart/2005/8/layout/hList3"/>
    <dgm:cxn modelId="{688041A2-AAAC-461A-B329-7F34FA8E76BD}" type="presOf" srcId="{1EC4C27A-0AFC-409A-BD6F-7CAFF6D06488}" destId="{771892E7-BBDE-4B82-999E-6C1F2F5D0426}" srcOrd="0" destOrd="2" presId="urn:microsoft.com/office/officeart/2005/8/layout/hList3"/>
    <dgm:cxn modelId="{E8688BA3-7E71-4626-96CA-870D06EDA408}" srcId="{7563E8D8-5594-4BE7-82FF-79AAD96B1412}" destId="{15E2D06F-5843-479C-A73D-4340BD4A7BE4}" srcOrd="3" destOrd="0" parTransId="{262422BF-0286-498F-B1B9-15A355209F0B}" sibTransId="{EE32DDAF-E59F-4277-B528-1CE8EC69D064}"/>
    <dgm:cxn modelId="{609B56A7-8835-49DE-ACAF-6E68C58A8F3E}" srcId="{78E4BEAF-E0B9-421D-AF0D-3FB5F277B226}" destId="{A8D52A74-08EC-4CF1-8D49-52323013EB19}" srcOrd="5" destOrd="0" parTransId="{3D724046-F152-469C-8049-00B157F1B239}" sibTransId="{6D282A2D-87E8-4866-8FC9-833131D3BBC8}"/>
    <dgm:cxn modelId="{99A21BA9-CA1C-41B3-B2D2-0F2C2F27E569}" srcId="{78E4BEAF-E0B9-421D-AF0D-3FB5F277B226}" destId="{53191C81-2EC2-48A0-9B84-9A23EA0809E7}" srcOrd="3" destOrd="0" parTransId="{D10554AE-4B2F-4EEF-BEBB-E63F15FB36BC}" sibTransId="{F930D0DA-5298-4FA1-866B-A2B89C6AA503}"/>
    <dgm:cxn modelId="{4C74DAA9-04AA-4CB1-AC71-79FA6208BBD3}" srcId="{CCC6BB5C-A2F3-4AFC-BADA-328CBC89C7F2}" destId="{77D07DFF-4EFC-4442-8A16-4BCF0574DF22}" srcOrd="5" destOrd="0" parTransId="{D6398E01-8D35-4295-A7D7-8F53D3BC0D8A}" sibTransId="{D460F696-BE92-43F3-B305-75278E1DC639}"/>
    <dgm:cxn modelId="{7E858FAE-8E3E-4DB6-AC1A-5D01E31D2B01}" type="presOf" srcId="{413159B9-067C-40B6-964B-6F478A83F96F}" destId="{BDA6116C-9416-418D-A75F-02F006DEDEE4}" srcOrd="0" destOrd="1" presId="urn:microsoft.com/office/officeart/2005/8/layout/hList3"/>
    <dgm:cxn modelId="{AB68F6B2-6E9E-4F14-884E-4440197CC3F2}" type="presOf" srcId="{DBC4CC39-855A-44A7-9020-41E6A9C2D0B1}" destId="{68928E43-5372-4ADF-B73E-30B567488EC3}" srcOrd="0" destOrd="5" presId="urn:microsoft.com/office/officeart/2005/8/layout/hList3"/>
    <dgm:cxn modelId="{384C80B3-2F1C-497B-A10D-61503B11CAAC}" srcId="{86BB9F5C-CAAA-4CB2-8208-D7960DF7E53B}" destId="{66FE4D54-ED72-4842-A197-7F5EC210E4B1}" srcOrd="1" destOrd="0" parTransId="{5E09F09E-6A25-426D-B271-3A93C8DD21D7}" sibTransId="{ED1888C0-AEC9-4C0D-BE47-89624D41A4FD}"/>
    <dgm:cxn modelId="{9034A0B7-B12B-4048-95A5-10E35F8FBCB3}" type="presOf" srcId="{7E3A158D-FF40-4A0D-9A3D-E53EAC0E3757}" destId="{FBD9BDE0-2B1D-47A7-A0D4-452DD52472A0}" srcOrd="0" destOrd="0" presId="urn:microsoft.com/office/officeart/2005/8/layout/hList3"/>
    <dgm:cxn modelId="{7DE706B9-BFCD-4D2F-859A-E0E2AAFC9C76}" type="presOf" srcId="{5E036547-4C8A-4639-89E9-2480D203DEB0}" destId="{DE627172-4954-41D1-B0E4-95748B267EE6}" srcOrd="0" destOrd="4" presId="urn:microsoft.com/office/officeart/2005/8/layout/hList3"/>
    <dgm:cxn modelId="{EC0E46BC-2E44-42F8-872B-7CC72AE5D0F2}" srcId="{F8A40096-39DE-42B0-9062-FA343FFAC6BC}" destId="{A05325DD-E6A2-455E-B1B8-A125ED9B8F35}" srcOrd="3" destOrd="0" parTransId="{F6E28389-BA3C-43B9-9BB4-A41FE6B3066A}" sibTransId="{2CA8A3F0-9602-4FAE-BA12-5609E47F2395}"/>
    <dgm:cxn modelId="{857447BC-C201-448F-AC1D-10FACB24D1E6}" type="presOf" srcId="{D54172BC-382C-413D-A743-F7D6567C46AF}" destId="{E59E1ED1-A59F-468A-8EC0-988FA0F4C064}" srcOrd="0" destOrd="7" presId="urn:microsoft.com/office/officeart/2005/8/layout/hList3"/>
    <dgm:cxn modelId="{5A0513BE-37CA-44A7-8613-F5EDA6165AD9}" type="presOf" srcId="{CCC6BB5C-A2F3-4AFC-BADA-328CBC89C7F2}" destId="{DE627172-4954-41D1-B0E4-95748B267EE6}" srcOrd="0" destOrd="0" presId="urn:microsoft.com/office/officeart/2005/8/layout/hList3"/>
    <dgm:cxn modelId="{149F8BC2-65E5-4288-8931-477184E60728}" srcId="{78E4BEAF-E0B9-421D-AF0D-3FB5F277B226}" destId="{1D300B65-C29A-433C-B4EE-94439E7BEC9C}" srcOrd="4" destOrd="0" parTransId="{BA7914A0-5FD8-49FF-B3C1-BE74A07486DE}" sibTransId="{7C2D0F6B-5196-4B21-B27A-B0A2FD9D5D66}"/>
    <dgm:cxn modelId="{29D2CFC5-D67A-4593-A1F5-1F4ADD8EBDA7}" srcId="{78E4BEAF-E0B9-421D-AF0D-3FB5F277B226}" destId="{D54172BC-382C-413D-A743-F7D6567C46AF}" srcOrd="6" destOrd="0" parTransId="{36CE1C23-B997-45FD-ACA2-9ABDAC59B7BC}" sibTransId="{068EEEAC-6AE6-450E-A1CA-8672303B3F60}"/>
    <dgm:cxn modelId="{3B0F59C6-98E2-4869-A6D9-851258042B9D}" srcId="{78E4BEAF-E0B9-421D-AF0D-3FB5F277B226}" destId="{1AFD6CE3-C81A-4F58-8531-8CEEDF9467B1}" srcOrd="7" destOrd="0" parTransId="{DC6A39BC-43A4-453D-BF85-4223F7C28C35}" sibTransId="{5511B99A-0000-4D0A-9A3B-E69DEA5DADFD}"/>
    <dgm:cxn modelId="{E99A7CC6-0D05-4A97-945C-95323DAF65D3}" srcId="{E1888B9B-FED6-4BBE-A890-A87534824E27}" destId="{7E3A158D-FF40-4A0D-9A3D-E53EAC0E3757}" srcOrd="0" destOrd="0" parTransId="{8208CBC6-3B40-4054-861D-F246A42DC8E2}" sibTransId="{3CE3600E-6D36-4E85-8DB2-479DE9FE1C4A}"/>
    <dgm:cxn modelId="{4C1F98C7-4CA4-4EA4-83B9-688698F527B9}" srcId="{F8A40096-39DE-42B0-9062-FA343FFAC6BC}" destId="{D0ED81A2-E366-48A3-82C8-FE8E3FA808E7}" srcOrd="1" destOrd="0" parTransId="{1648920E-16E5-4AF5-B7F5-0ED4AF248760}" sibTransId="{4B92C0FD-CF3F-4F99-A31D-94134D570F33}"/>
    <dgm:cxn modelId="{742281CA-FE45-4967-A99B-F54BE2D39892}" type="presOf" srcId="{83816267-3739-43DC-A6CC-C30F9F6BE364}" destId="{DE627172-4954-41D1-B0E4-95748B267EE6}" srcOrd="0" destOrd="5" presId="urn:microsoft.com/office/officeart/2005/8/layout/hList3"/>
    <dgm:cxn modelId="{94FD9CCD-5F52-4646-8B54-75B29A353DB4}" type="presOf" srcId="{77D07DFF-4EFC-4442-8A16-4BCF0574DF22}" destId="{DE627172-4954-41D1-B0E4-95748B267EE6}" srcOrd="0" destOrd="6" presId="urn:microsoft.com/office/officeart/2005/8/layout/hList3"/>
    <dgm:cxn modelId="{9EF014D4-B4DA-49B1-98C0-9ABE1A1BE55B}" type="presOf" srcId="{ADF95FC6-0781-4477-ADBD-151AA92C7142}" destId="{68928E43-5372-4ADF-B73E-30B567488EC3}" srcOrd="0" destOrd="6" presId="urn:microsoft.com/office/officeart/2005/8/layout/hList3"/>
    <dgm:cxn modelId="{AE5FF3D8-347D-4061-AA5A-C192965340BC}" srcId="{F8A40096-39DE-42B0-9062-FA343FFAC6BC}" destId="{413159B9-067C-40B6-964B-6F478A83F96F}" srcOrd="0" destOrd="0" parTransId="{6C96E957-528B-4433-8DE9-8EFC8D12DF2E}" sibTransId="{E2F7B608-DCA9-4ADB-9A1F-B55B8A245677}"/>
    <dgm:cxn modelId="{03F24CDA-25A8-4AEB-B02D-2B080806F650}" srcId="{F8A40096-39DE-42B0-9062-FA343FFAC6BC}" destId="{39EED0E2-610E-46E8-9658-A5852EB008E2}" srcOrd="5" destOrd="0" parTransId="{6818C8DE-69E4-4720-944E-63242A6990AE}" sibTransId="{A35D22EC-1A47-4E7E-8525-C10E7A73A4ED}"/>
    <dgm:cxn modelId="{598460E1-F45D-48DC-B230-D2E1B018230D}" srcId="{86BB9F5C-CAAA-4CB2-8208-D7960DF7E53B}" destId="{3D9DE946-B2A9-46DC-96B3-01154B702EE0}" srcOrd="0" destOrd="0" parTransId="{B850B75B-073E-49BF-8B65-4805197C886E}" sibTransId="{28459C0F-D54E-4FA4-8035-288FB42AB6A0}"/>
    <dgm:cxn modelId="{62E359E7-3742-4A1D-8566-54043905EC6A}" type="presOf" srcId="{740D6A15-6CD6-498E-9459-28C729239210}" destId="{BDA6116C-9416-418D-A75F-02F006DEDEE4}" srcOrd="0" destOrd="7" presId="urn:microsoft.com/office/officeart/2005/8/layout/hList3"/>
    <dgm:cxn modelId="{01144BE9-A578-4925-99B7-BF4E2A4F510B}" srcId="{7E3A158D-FF40-4A0D-9A3D-E53EAC0E3757}" destId="{7563E8D8-5594-4BE7-82FF-79AAD96B1412}" srcOrd="4" destOrd="0" parTransId="{8E7A78E3-8C63-4928-895F-2062E0EE111D}" sibTransId="{85463669-1EC0-4C13-A350-C50FF3475DBA}"/>
    <dgm:cxn modelId="{F3753EEA-3391-49F3-BF2A-DCAC67856C38}" srcId="{7E3A158D-FF40-4A0D-9A3D-E53EAC0E3757}" destId="{CCC6BB5C-A2F3-4AFC-BADA-328CBC89C7F2}" srcOrd="2" destOrd="0" parTransId="{303BFB4E-B12E-418A-B026-D6992D2EF037}" sibTransId="{A093CF9A-8CDA-4C9F-ABE4-B7CE7998E6D2}"/>
    <dgm:cxn modelId="{B15BD5EB-2BC4-4032-B640-8587B4219A67}" srcId="{7563E8D8-5594-4BE7-82FF-79AAD96B1412}" destId="{DF20106E-750C-47A0-B428-3F35B678E3BE}" srcOrd="2" destOrd="0" parTransId="{463B2617-3319-41D9-B5FD-164EC566ACAA}" sibTransId="{941E90C8-734E-47E6-83FD-0CC43385842B}"/>
    <dgm:cxn modelId="{6A8335EC-9A27-4F2D-8CFB-B80F40F8AE43}" srcId="{CCC6BB5C-A2F3-4AFC-BADA-328CBC89C7F2}" destId="{83816267-3739-43DC-A6CC-C30F9F6BE364}" srcOrd="4" destOrd="0" parTransId="{7E84D193-916F-4649-8FE6-6AB706C48058}" sibTransId="{1A4387BA-A831-44A4-87A4-78FA42E02428}"/>
    <dgm:cxn modelId="{F15EB6EF-AD04-4CFB-8105-02E89C595F73}" srcId="{7563E8D8-5594-4BE7-82FF-79AAD96B1412}" destId="{B09E794A-1E1A-4F16-B12E-B79D81FB4158}" srcOrd="0" destOrd="0" parTransId="{4C796727-F268-43DA-B0CB-96B42B25BDA9}" sibTransId="{F26219C2-893C-4D68-8FFF-6B0023F16CA9}"/>
    <dgm:cxn modelId="{CA0A55F4-C5E5-43BC-8B6D-0606EA6F7679}" type="presOf" srcId="{DF20106E-750C-47A0-B428-3F35B678E3BE}" destId="{771892E7-BBDE-4B82-999E-6C1F2F5D0426}" srcOrd="0" destOrd="3" presId="urn:microsoft.com/office/officeart/2005/8/layout/hList3"/>
    <dgm:cxn modelId="{DF2E34F7-1486-46BC-86FD-0A23CDE004BE}" srcId="{86BB9F5C-CAAA-4CB2-8208-D7960DF7E53B}" destId="{C53988B5-EDE7-4AF1-AA56-6C3D0B820CA8}" srcOrd="3" destOrd="0" parTransId="{6C7337E5-038D-4347-A67A-F067E9380923}" sibTransId="{D7F30188-8C19-4738-ABF6-9084AA0B63E7}"/>
    <dgm:cxn modelId="{1FD315FA-6CC7-4C0A-AF41-1F63310A4ECB}" type="presOf" srcId="{B09E794A-1E1A-4F16-B12E-B79D81FB4158}" destId="{771892E7-BBDE-4B82-999E-6C1F2F5D0426}" srcOrd="0" destOrd="1" presId="urn:microsoft.com/office/officeart/2005/8/layout/hList3"/>
    <dgm:cxn modelId="{E61C96FC-81DE-4015-9260-108CBEA7F10A}" type="presOf" srcId="{D0ED81A2-E366-48A3-82C8-FE8E3FA808E7}" destId="{BDA6116C-9416-418D-A75F-02F006DEDEE4}" srcOrd="0" destOrd="2" presId="urn:microsoft.com/office/officeart/2005/8/layout/hList3"/>
    <dgm:cxn modelId="{3894CD61-E833-489F-8C87-7EE320AB0EBF}" type="presParOf" srcId="{3F58806D-211B-4044-9261-70AFA5AF5719}" destId="{FBD9BDE0-2B1D-47A7-A0D4-452DD52472A0}" srcOrd="0" destOrd="0" presId="urn:microsoft.com/office/officeart/2005/8/layout/hList3"/>
    <dgm:cxn modelId="{A431618D-7AD9-46F5-B03F-141693E6FC86}" type="presParOf" srcId="{3F58806D-211B-4044-9261-70AFA5AF5719}" destId="{AA1BECDA-71EE-4780-8B62-38571F31D08E}" srcOrd="1" destOrd="0" presId="urn:microsoft.com/office/officeart/2005/8/layout/hList3"/>
    <dgm:cxn modelId="{E5702A30-4390-458E-8F72-BDC6DCFA6C1C}" type="presParOf" srcId="{AA1BECDA-71EE-4780-8B62-38571F31D08E}" destId="{BDA6116C-9416-418D-A75F-02F006DEDEE4}" srcOrd="0" destOrd="0" presId="urn:microsoft.com/office/officeart/2005/8/layout/hList3"/>
    <dgm:cxn modelId="{7A2763E3-969B-4DD5-AABF-6ACABD1B1D6D}" type="presParOf" srcId="{AA1BECDA-71EE-4780-8B62-38571F31D08E}" destId="{E59E1ED1-A59F-468A-8EC0-988FA0F4C064}" srcOrd="1" destOrd="0" presId="urn:microsoft.com/office/officeart/2005/8/layout/hList3"/>
    <dgm:cxn modelId="{70DE2E40-F69D-4B45-874E-444D175D4EF0}" type="presParOf" srcId="{AA1BECDA-71EE-4780-8B62-38571F31D08E}" destId="{DE627172-4954-41D1-B0E4-95748B267EE6}" srcOrd="2" destOrd="0" presId="urn:microsoft.com/office/officeart/2005/8/layout/hList3"/>
    <dgm:cxn modelId="{F459596B-D9D2-4C3E-A501-B0F003F6FD49}" type="presParOf" srcId="{AA1BECDA-71EE-4780-8B62-38571F31D08E}" destId="{68928E43-5372-4ADF-B73E-30B567488EC3}" srcOrd="3" destOrd="0" presId="urn:microsoft.com/office/officeart/2005/8/layout/hList3"/>
    <dgm:cxn modelId="{92B00E6B-B1EA-41BF-A94C-19032864D0BA}" type="presParOf" srcId="{AA1BECDA-71EE-4780-8B62-38571F31D08E}" destId="{771892E7-BBDE-4B82-999E-6C1F2F5D0426}" srcOrd="4" destOrd="0" presId="urn:microsoft.com/office/officeart/2005/8/layout/hList3"/>
    <dgm:cxn modelId="{6E202AEB-F22A-4AC9-A289-D0F4A68AD2C7}" type="presParOf" srcId="{3F58806D-211B-4044-9261-70AFA5AF5719}" destId="{4E75192E-F7C7-4E1D-A8F0-579DCE9F311A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99E999-97FB-4177-B114-538913F700C0}" type="doc">
      <dgm:prSet loTypeId="urn:microsoft.com/office/officeart/2008/layout/SquareAccentList" loCatId="list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66F0CB4-3EF3-40C6-9A17-FE3E16263663}">
      <dgm:prSet phldrT="[Texto]"/>
      <dgm:spPr/>
      <dgm:t>
        <a:bodyPr/>
        <a:lstStyle/>
        <a:p>
          <a:r>
            <a:rPr lang="en-US" noProof="0" dirty="0"/>
            <a:t>In</a:t>
          </a:r>
        </a:p>
      </dgm:t>
    </dgm:pt>
    <dgm:pt modelId="{ABBF100A-69F8-4023-92E1-D3FE2D386CD6}" type="parTrans" cxnId="{A6C6D9FD-E16F-405A-BAFF-7F1D4D352E6B}">
      <dgm:prSet/>
      <dgm:spPr/>
      <dgm:t>
        <a:bodyPr/>
        <a:lstStyle/>
        <a:p>
          <a:endParaRPr lang="en-US"/>
        </a:p>
      </dgm:t>
    </dgm:pt>
    <dgm:pt modelId="{C1AD41CD-2491-4792-9BC6-9F579BDA2819}" type="sibTrans" cxnId="{A6C6D9FD-E16F-405A-BAFF-7F1D4D352E6B}">
      <dgm:prSet/>
      <dgm:spPr/>
      <dgm:t>
        <a:bodyPr/>
        <a:lstStyle/>
        <a:p>
          <a:endParaRPr lang="en-US"/>
        </a:p>
      </dgm:t>
    </dgm:pt>
    <dgm:pt modelId="{85B0F9E2-399C-478A-9E7D-4D30FE494BD4}">
      <dgm:prSet phldrT="[Texto]"/>
      <dgm:spPr/>
      <dgm:t>
        <a:bodyPr/>
        <a:lstStyle/>
        <a:p>
          <a:r>
            <a:rPr lang="en-US" noProof="0" dirty="0"/>
            <a:t>In the morning</a:t>
          </a:r>
        </a:p>
      </dgm:t>
    </dgm:pt>
    <dgm:pt modelId="{FE0B113A-14AF-4FDC-9CB3-BCA448D10D72}" type="parTrans" cxnId="{01539BBA-86A6-497B-8F53-39C2CFFFE9A8}">
      <dgm:prSet/>
      <dgm:spPr/>
      <dgm:t>
        <a:bodyPr/>
        <a:lstStyle/>
        <a:p>
          <a:endParaRPr lang="en-US"/>
        </a:p>
      </dgm:t>
    </dgm:pt>
    <dgm:pt modelId="{F3261BCC-BA52-4B7E-9CEC-12DBBD806EE2}" type="sibTrans" cxnId="{01539BBA-86A6-497B-8F53-39C2CFFFE9A8}">
      <dgm:prSet/>
      <dgm:spPr/>
      <dgm:t>
        <a:bodyPr/>
        <a:lstStyle/>
        <a:p>
          <a:endParaRPr lang="en-US"/>
        </a:p>
      </dgm:t>
    </dgm:pt>
    <dgm:pt modelId="{DDE0740E-69D0-438D-AF23-4C435CFFA090}">
      <dgm:prSet phldrT="[Texto]"/>
      <dgm:spPr/>
      <dgm:t>
        <a:bodyPr/>
        <a:lstStyle/>
        <a:p>
          <a:r>
            <a:rPr lang="en-US" noProof="0" dirty="0"/>
            <a:t>In the afternoon</a:t>
          </a:r>
        </a:p>
      </dgm:t>
    </dgm:pt>
    <dgm:pt modelId="{7ADBE12F-9D78-48D3-82A0-38FB76CFBF5E}" type="parTrans" cxnId="{F1E4E075-FF55-49A7-9B30-26EAAD503ED4}">
      <dgm:prSet/>
      <dgm:spPr/>
      <dgm:t>
        <a:bodyPr/>
        <a:lstStyle/>
        <a:p>
          <a:endParaRPr lang="en-US"/>
        </a:p>
      </dgm:t>
    </dgm:pt>
    <dgm:pt modelId="{EAB98954-75E5-43F7-99BA-036A78807F73}" type="sibTrans" cxnId="{F1E4E075-FF55-49A7-9B30-26EAAD503ED4}">
      <dgm:prSet/>
      <dgm:spPr/>
      <dgm:t>
        <a:bodyPr/>
        <a:lstStyle/>
        <a:p>
          <a:endParaRPr lang="en-US"/>
        </a:p>
      </dgm:t>
    </dgm:pt>
    <dgm:pt modelId="{B8A8E707-7463-4475-AC6D-A663714E75DE}">
      <dgm:prSet phldrT="[Texto]"/>
      <dgm:spPr/>
      <dgm:t>
        <a:bodyPr/>
        <a:lstStyle/>
        <a:p>
          <a:r>
            <a:rPr lang="en-US" noProof="0" dirty="0"/>
            <a:t>In the evening</a:t>
          </a:r>
        </a:p>
      </dgm:t>
    </dgm:pt>
    <dgm:pt modelId="{0DB99D67-6008-47F1-8AD7-2CB0FEA01E8C}" type="parTrans" cxnId="{ADA45C62-1B22-4C3E-825F-126C90DC46ED}">
      <dgm:prSet/>
      <dgm:spPr/>
      <dgm:t>
        <a:bodyPr/>
        <a:lstStyle/>
        <a:p>
          <a:endParaRPr lang="en-US"/>
        </a:p>
      </dgm:t>
    </dgm:pt>
    <dgm:pt modelId="{9EBDFE5D-0988-4797-97CB-2D235465B8F2}" type="sibTrans" cxnId="{ADA45C62-1B22-4C3E-825F-126C90DC46ED}">
      <dgm:prSet/>
      <dgm:spPr/>
      <dgm:t>
        <a:bodyPr/>
        <a:lstStyle/>
        <a:p>
          <a:endParaRPr lang="en-US"/>
        </a:p>
      </dgm:t>
    </dgm:pt>
    <dgm:pt modelId="{E9109B9C-701F-4916-ACD9-8044A13EA8E2}">
      <dgm:prSet phldrT="[Texto]"/>
      <dgm:spPr/>
      <dgm:t>
        <a:bodyPr/>
        <a:lstStyle/>
        <a:p>
          <a:r>
            <a:rPr lang="en-US" noProof="0" dirty="0"/>
            <a:t>On</a:t>
          </a:r>
        </a:p>
      </dgm:t>
    </dgm:pt>
    <dgm:pt modelId="{96D86A41-0B67-4111-9DB9-CC08C7D1BABF}" type="parTrans" cxnId="{5C507E40-C824-4856-A71A-53449FC3727A}">
      <dgm:prSet/>
      <dgm:spPr/>
      <dgm:t>
        <a:bodyPr/>
        <a:lstStyle/>
        <a:p>
          <a:endParaRPr lang="en-US"/>
        </a:p>
      </dgm:t>
    </dgm:pt>
    <dgm:pt modelId="{A0B506F2-D39C-4DB3-997E-04CC5400C32C}" type="sibTrans" cxnId="{5C507E40-C824-4856-A71A-53449FC3727A}">
      <dgm:prSet/>
      <dgm:spPr/>
      <dgm:t>
        <a:bodyPr/>
        <a:lstStyle/>
        <a:p>
          <a:endParaRPr lang="en-US"/>
        </a:p>
      </dgm:t>
    </dgm:pt>
    <dgm:pt modelId="{8FFF039A-7DC2-4E33-9A68-5E8BEEFFF0C0}">
      <dgm:prSet phldrT="[Texto]"/>
      <dgm:spPr/>
      <dgm:t>
        <a:bodyPr/>
        <a:lstStyle/>
        <a:p>
          <a:r>
            <a:rPr lang="en-US" noProof="0" dirty="0"/>
            <a:t>On Monday</a:t>
          </a:r>
        </a:p>
      </dgm:t>
    </dgm:pt>
    <dgm:pt modelId="{527484A4-2D89-46B3-A336-8C21E2B06D23}" type="parTrans" cxnId="{C2BE74D9-D723-407C-A09D-CD4C2ADD0A7A}">
      <dgm:prSet/>
      <dgm:spPr/>
      <dgm:t>
        <a:bodyPr/>
        <a:lstStyle/>
        <a:p>
          <a:endParaRPr lang="en-US"/>
        </a:p>
      </dgm:t>
    </dgm:pt>
    <dgm:pt modelId="{2812EEC1-14AA-4076-ADF2-D4C78D5FE731}" type="sibTrans" cxnId="{C2BE74D9-D723-407C-A09D-CD4C2ADD0A7A}">
      <dgm:prSet/>
      <dgm:spPr/>
      <dgm:t>
        <a:bodyPr/>
        <a:lstStyle/>
        <a:p>
          <a:endParaRPr lang="en-US"/>
        </a:p>
      </dgm:t>
    </dgm:pt>
    <dgm:pt modelId="{61F3EF79-D42F-487A-8F33-66CA0710258F}">
      <dgm:prSet phldrT="[Texto]"/>
      <dgm:spPr/>
      <dgm:t>
        <a:bodyPr/>
        <a:lstStyle/>
        <a:p>
          <a:r>
            <a:rPr lang="en-US" noProof="0" dirty="0"/>
            <a:t>On Tuesday</a:t>
          </a:r>
        </a:p>
      </dgm:t>
    </dgm:pt>
    <dgm:pt modelId="{F24BD91C-4233-4629-B760-C65176A70209}" type="parTrans" cxnId="{EE72B9F2-0F6E-45C4-9C68-A1FF95C6F08C}">
      <dgm:prSet/>
      <dgm:spPr/>
      <dgm:t>
        <a:bodyPr/>
        <a:lstStyle/>
        <a:p>
          <a:endParaRPr lang="en-US"/>
        </a:p>
      </dgm:t>
    </dgm:pt>
    <dgm:pt modelId="{AD028E61-EA9C-4F73-8142-BCC4F7DA4F2F}" type="sibTrans" cxnId="{EE72B9F2-0F6E-45C4-9C68-A1FF95C6F08C}">
      <dgm:prSet/>
      <dgm:spPr/>
      <dgm:t>
        <a:bodyPr/>
        <a:lstStyle/>
        <a:p>
          <a:endParaRPr lang="en-US"/>
        </a:p>
      </dgm:t>
    </dgm:pt>
    <dgm:pt modelId="{5016E6CD-AB9D-4C34-8574-17F03680EF32}">
      <dgm:prSet phldrT="[Texto]"/>
      <dgm:spPr/>
      <dgm:t>
        <a:bodyPr/>
        <a:lstStyle/>
        <a:p>
          <a:r>
            <a:rPr lang="en-US" noProof="0" dirty="0"/>
            <a:t>Etc.</a:t>
          </a:r>
        </a:p>
      </dgm:t>
    </dgm:pt>
    <dgm:pt modelId="{473738D3-9BF4-4D5C-B937-D13CC795FFFD}" type="parTrans" cxnId="{50C017FD-E186-4CD3-8512-810AC553464B}">
      <dgm:prSet/>
      <dgm:spPr/>
      <dgm:t>
        <a:bodyPr/>
        <a:lstStyle/>
        <a:p>
          <a:endParaRPr lang="en-US"/>
        </a:p>
      </dgm:t>
    </dgm:pt>
    <dgm:pt modelId="{C58D19F4-A1D8-425B-91E0-614A9DE1D518}" type="sibTrans" cxnId="{50C017FD-E186-4CD3-8512-810AC553464B}">
      <dgm:prSet/>
      <dgm:spPr/>
      <dgm:t>
        <a:bodyPr/>
        <a:lstStyle/>
        <a:p>
          <a:endParaRPr lang="en-US"/>
        </a:p>
      </dgm:t>
    </dgm:pt>
    <dgm:pt modelId="{1F465779-2722-48FC-8480-DF3B1898C3FA}">
      <dgm:prSet phldrT="[Texto]"/>
      <dgm:spPr/>
      <dgm:t>
        <a:bodyPr/>
        <a:lstStyle/>
        <a:p>
          <a:r>
            <a:rPr lang="en-US" noProof="0" dirty="0"/>
            <a:t>At</a:t>
          </a:r>
        </a:p>
      </dgm:t>
    </dgm:pt>
    <dgm:pt modelId="{3025B940-F1DB-43F0-A8B3-D32C04084263}" type="parTrans" cxnId="{8571FEC3-579A-4AFD-BDA5-200A79E1C9AD}">
      <dgm:prSet/>
      <dgm:spPr/>
      <dgm:t>
        <a:bodyPr/>
        <a:lstStyle/>
        <a:p>
          <a:endParaRPr lang="en-US"/>
        </a:p>
      </dgm:t>
    </dgm:pt>
    <dgm:pt modelId="{4420A119-B862-4C6C-884C-07BAB1E2DD0B}" type="sibTrans" cxnId="{8571FEC3-579A-4AFD-BDA5-200A79E1C9AD}">
      <dgm:prSet/>
      <dgm:spPr/>
      <dgm:t>
        <a:bodyPr/>
        <a:lstStyle/>
        <a:p>
          <a:endParaRPr lang="en-US"/>
        </a:p>
      </dgm:t>
    </dgm:pt>
    <dgm:pt modelId="{A4753878-E11B-41A3-8B56-EE8108D6667F}">
      <dgm:prSet phldrT="[Texto]"/>
      <dgm:spPr/>
      <dgm:t>
        <a:bodyPr/>
        <a:lstStyle/>
        <a:p>
          <a:r>
            <a:rPr lang="en-US" noProof="0" dirty="0"/>
            <a:t>3 o’clock</a:t>
          </a:r>
        </a:p>
      </dgm:t>
    </dgm:pt>
    <dgm:pt modelId="{8B4DD284-5541-41C7-BFE6-28DD451C81DF}" type="parTrans" cxnId="{24681B76-7984-4A51-B25F-9DECA40553AB}">
      <dgm:prSet/>
      <dgm:spPr/>
      <dgm:t>
        <a:bodyPr/>
        <a:lstStyle/>
        <a:p>
          <a:endParaRPr lang="en-US"/>
        </a:p>
      </dgm:t>
    </dgm:pt>
    <dgm:pt modelId="{3C8C94EE-E5EB-4157-96EB-C2716E729930}" type="sibTrans" cxnId="{24681B76-7984-4A51-B25F-9DECA40553AB}">
      <dgm:prSet/>
      <dgm:spPr/>
      <dgm:t>
        <a:bodyPr/>
        <a:lstStyle/>
        <a:p>
          <a:endParaRPr lang="en-US"/>
        </a:p>
      </dgm:t>
    </dgm:pt>
    <dgm:pt modelId="{BCCE2C11-AA9D-47F7-9C1B-AA18003B959D}">
      <dgm:prSet phldrT="[Texto]"/>
      <dgm:spPr/>
      <dgm:t>
        <a:bodyPr/>
        <a:lstStyle/>
        <a:p>
          <a:r>
            <a:rPr lang="en-US" noProof="0" dirty="0"/>
            <a:t>Night</a:t>
          </a:r>
        </a:p>
      </dgm:t>
    </dgm:pt>
    <dgm:pt modelId="{160606D5-C9A8-48A9-98FF-40D19AD70556}" type="parTrans" cxnId="{EBFBB1AD-5B49-423F-B90B-F4BCE66F79CD}">
      <dgm:prSet/>
      <dgm:spPr/>
      <dgm:t>
        <a:bodyPr/>
        <a:lstStyle/>
        <a:p>
          <a:endParaRPr lang="en-US"/>
        </a:p>
      </dgm:t>
    </dgm:pt>
    <dgm:pt modelId="{5C9DE54D-CB70-40D7-BEBF-93766406C100}" type="sibTrans" cxnId="{EBFBB1AD-5B49-423F-B90B-F4BCE66F79CD}">
      <dgm:prSet/>
      <dgm:spPr/>
      <dgm:t>
        <a:bodyPr/>
        <a:lstStyle/>
        <a:p>
          <a:endParaRPr lang="en-US"/>
        </a:p>
      </dgm:t>
    </dgm:pt>
    <dgm:pt modelId="{121B13FB-E504-479C-B558-C98FCCAB5CB2}">
      <dgm:prSet phldrT="[Texto]"/>
      <dgm:spPr/>
      <dgm:t>
        <a:bodyPr/>
        <a:lstStyle/>
        <a:p>
          <a:r>
            <a:rPr lang="en-US" noProof="0" dirty="0"/>
            <a:t>In the (summer)</a:t>
          </a:r>
        </a:p>
      </dgm:t>
    </dgm:pt>
    <dgm:pt modelId="{933741DC-A096-4C21-8F03-8F7FE86700F8}" type="parTrans" cxnId="{EA94B5BC-0EA6-415A-8858-368FFDE0FA7D}">
      <dgm:prSet/>
      <dgm:spPr/>
      <dgm:t>
        <a:bodyPr/>
        <a:lstStyle/>
        <a:p>
          <a:endParaRPr lang="en-US"/>
        </a:p>
      </dgm:t>
    </dgm:pt>
    <dgm:pt modelId="{FA38C817-E44A-4769-92C2-7422DB90DAE7}" type="sibTrans" cxnId="{EA94B5BC-0EA6-415A-8858-368FFDE0FA7D}">
      <dgm:prSet/>
      <dgm:spPr/>
      <dgm:t>
        <a:bodyPr/>
        <a:lstStyle/>
        <a:p>
          <a:endParaRPr lang="en-US"/>
        </a:p>
      </dgm:t>
    </dgm:pt>
    <dgm:pt modelId="{D7C76082-5286-4062-A02A-564833E0EC83}" type="pres">
      <dgm:prSet presAssocID="{2799E999-97FB-4177-B114-538913F700C0}" presName="layout" presStyleCnt="0">
        <dgm:presLayoutVars>
          <dgm:chMax/>
          <dgm:chPref/>
          <dgm:dir/>
          <dgm:resizeHandles/>
        </dgm:presLayoutVars>
      </dgm:prSet>
      <dgm:spPr/>
    </dgm:pt>
    <dgm:pt modelId="{924354F8-33DB-4E9D-B571-E4AC004C4934}" type="pres">
      <dgm:prSet presAssocID="{366F0CB4-3EF3-40C6-9A17-FE3E16263663}" presName="root" presStyleCnt="0">
        <dgm:presLayoutVars>
          <dgm:chMax/>
          <dgm:chPref/>
        </dgm:presLayoutVars>
      </dgm:prSet>
      <dgm:spPr/>
    </dgm:pt>
    <dgm:pt modelId="{77F6E6D4-3E3E-401C-A096-21F676FEC0BB}" type="pres">
      <dgm:prSet presAssocID="{366F0CB4-3EF3-40C6-9A17-FE3E16263663}" presName="rootComposite" presStyleCnt="0">
        <dgm:presLayoutVars/>
      </dgm:prSet>
      <dgm:spPr/>
    </dgm:pt>
    <dgm:pt modelId="{A8B2B256-DDD1-4439-844F-DDC64BA55C70}" type="pres">
      <dgm:prSet presAssocID="{366F0CB4-3EF3-40C6-9A17-FE3E16263663}" presName="ParentAccent" presStyleLbl="alignNode1" presStyleIdx="0" presStyleCnt="3"/>
      <dgm:spPr/>
    </dgm:pt>
    <dgm:pt modelId="{F5C0DAB3-DB45-4976-AA3A-8C1FDFCD5AEF}" type="pres">
      <dgm:prSet presAssocID="{366F0CB4-3EF3-40C6-9A17-FE3E16263663}" presName="ParentSmallAccent" presStyleLbl="fgAcc1" presStyleIdx="0" presStyleCnt="3"/>
      <dgm:spPr/>
    </dgm:pt>
    <dgm:pt modelId="{39A075E3-C9B6-4292-84B6-CB654789C14B}" type="pres">
      <dgm:prSet presAssocID="{366F0CB4-3EF3-40C6-9A17-FE3E16263663}" presName="Parent" presStyleLbl="revTx" presStyleIdx="0" presStyleCnt="12">
        <dgm:presLayoutVars>
          <dgm:chMax/>
          <dgm:chPref val="4"/>
          <dgm:bulletEnabled val="1"/>
        </dgm:presLayoutVars>
      </dgm:prSet>
      <dgm:spPr/>
    </dgm:pt>
    <dgm:pt modelId="{D3C8E57B-5322-4294-B881-ACF55A8D76F2}" type="pres">
      <dgm:prSet presAssocID="{366F0CB4-3EF3-40C6-9A17-FE3E16263663}" presName="childShape" presStyleCnt="0">
        <dgm:presLayoutVars>
          <dgm:chMax val="0"/>
          <dgm:chPref val="0"/>
        </dgm:presLayoutVars>
      </dgm:prSet>
      <dgm:spPr/>
    </dgm:pt>
    <dgm:pt modelId="{A95FEEF2-42D1-4DD8-A506-813AB68DB367}" type="pres">
      <dgm:prSet presAssocID="{85B0F9E2-399C-478A-9E7D-4D30FE494BD4}" presName="childComposite" presStyleCnt="0">
        <dgm:presLayoutVars>
          <dgm:chMax val="0"/>
          <dgm:chPref val="0"/>
        </dgm:presLayoutVars>
      </dgm:prSet>
      <dgm:spPr/>
    </dgm:pt>
    <dgm:pt modelId="{BBE3BB56-45F1-4E4C-A544-5936A802534F}" type="pres">
      <dgm:prSet presAssocID="{85B0F9E2-399C-478A-9E7D-4D30FE494BD4}" presName="ChildAccent" presStyleLbl="solidFgAcc1" presStyleIdx="0" presStyleCnt="9"/>
      <dgm:spPr/>
    </dgm:pt>
    <dgm:pt modelId="{B54161B1-0F89-41B7-B993-BAB69C354312}" type="pres">
      <dgm:prSet presAssocID="{85B0F9E2-399C-478A-9E7D-4D30FE494BD4}" presName="Child" presStyleLbl="revTx" presStyleIdx="1" presStyleCnt="12">
        <dgm:presLayoutVars>
          <dgm:chMax val="0"/>
          <dgm:chPref val="0"/>
          <dgm:bulletEnabled val="1"/>
        </dgm:presLayoutVars>
      </dgm:prSet>
      <dgm:spPr/>
    </dgm:pt>
    <dgm:pt modelId="{8E7787C5-E7D3-44F7-AD90-D31B80C81018}" type="pres">
      <dgm:prSet presAssocID="{DDE0740E-69D0-438D-AF23-4C435CFFA090}" presName="childComposite" presStyleCnt="0">
        <dgm:presLayoutVars>
          <dgm:chMax val="0"/>
          <dgm:chPref val="0"/>
        </dgm:presLayoutVars>
      </dgm:prSet>
      <dgm:spPr/>
    </dgm:pt>
    <dgm:pt modelId="{B5D71190-2C5E-40E8-9764-96E87B51CB7B}" type="pres">
      <dgm:prSet presAssocID="{DDE0740E-69D0-438D-AF23-4C435CFFA090}" presName="ChildAccent" presStyleLbl="solidFgAcc1" presStyleIdx="1" presStyleCnt="9"/>
      <dgm:spPr/>
    </dgm:pt>
    <dgm:pt modelId="{A5C1C62E-DEFE-45D3-AB8E-45DFD2EDC6A9}" type="pres">
      <dgm:prSet presAssocID="{DDE0740E-69D0-438D-AF23-4C435CFFA090}" presName="Child" presStyleLbl="revTx" presStyleIdx="2" presStyleCnt="12">
        <dgm:presLayoutVars>
          <dgm:chMax val="0"/>
          <dgm:chPref val="0"/>
          <dgm:bulletEnabled val="1"/>
        </dgm:presLayoutVars>
      </dgm:prSet>
      <dgm:spPr/>
    </dgm:pt>
    <dgm:pt modelId="{E3B19995-6B65-4D2B-B1B0-DA7C1EDBC2B9}" type="pres">
      <dgm:prSet presAssocID="{B8A8E707-7463-4475-AC6D-A663714E75DE}" presName="childComposite" presStyleCnt="0">
        <dgm:presLayoutVars>
          <dgm:chMax val="0"/>
          <dgm:chPref val="0"/>
        </dgm:presLayoutVars>
      </dgm:prSet>
      <dgm:spPr/>
    </dgm:pt>
    <dgm:pt modelId="{CE66692F-8BA7-4B8F-87E7-44D02A5FCA70}" type="pres">
      <dgm:prSet presAssocID="{B8A8E707-7463-4475-AC6D-A663714E75DE}" presName="ChildAccent" presStyleLbl="solidFgAcc1" presStyleIdx="2" presStyleCnt="9"/>
      <dgm:spPr/>
    </dgm:pt>
    <dgm:pt modelId="{275C485B-0E06-4771-96F9-058C1A12A84B}" type="pres">
      <dgm:prSet presAssocID="{B8A8E707-7463-4475-AC6D-A663714E75DE}" presName="Child" presStyleLbl="revTx" presStyleIdx="3" presStyleCnt="12">
        <dgm:presLayoutVars>
          <dgm:chMax val="0"/>
          <dgm:chPref val="0"/>
          <dgm:bulletEnabled val="1"/>
        </dgm:presLayoutVars>
      </dgm:prSet>
      <dgm:spPr/>
    </dgm:pt>
    <dgm:pt modelId="{CB2E955C-948D-4698-B73F-950FD79DF32C}" type="pres">
      <dgm:prSet presAssocID="{121B13FB-E504-479C-B558-C98FCCAB5CB2}" presName="childComposite" presStyleCnt="0">
        <dgm:presLayoutVars>
          <dgm:chMax val="0"/>
          <dgm:chPref val="0"/>
        </dgm:presLayoutVars>
      </dgm:prSet>
      <dgm:spPr/>
    </dgm:pt>
    <dgm:pt modelId="{FF3167B7-48BA-4993-9490-31BF02640D52}" type="pres">
      <dgm:prSet presAssocID="{121B13FB-E504-479C-B558-C98FCCAB5CB2}" presName="ChildAccent" presStyleLbl="solidFgAcc1" presStyleIdx="3" presStyleCnt="9"/>
      <dgm:spPr/>
    </dgm:pt>
    <dgm:pt modelId="{364E595B-1DEA-43EE-BBB4-DD7AC97FD676}" type="pres">
      <dgm:prSet presAssocID="{121B13FB-E504-479C-B558-C98FCCAB5CB2}" presName="Child" presStyleLbl="revTx" presStyleIdx="4" presStyleCnt="12">
        <dgm:presLayoutVars>
          <dgm:chMax val="0"/>
          <dgm:chPref val="0"/>
          <dgm:bulletEnabled val="1"/>
        </dgm:presLayoutVars>
      </dgm:prSet>
      <dgm:spPr/>
    </dgm:pt>
    <dgm:pt modelId="{4DEDB747-4E26-4A84-BB32-8E4DF7D32EF8}" type="pres">
      <dgm:prSet presAssocID="{E9109B9C-701F-4916-ACD9-8044A13EA8E2}" presName="root" presStyleCnt="0">
        <dgm:presLayoutVars>
          <dgm:chMax/>
          <dgm:chPref/>
        </dgm:presLayoutVars>
      </dgm:prSet>
      <dgm:spPr/>
    </dgm:pt>
    <dgm:pt modelId="{0C631365-BA3E-4C24-9789-30F7D61D1CDF}" type="pres">
      <dgm:prSet presAssocID="{E9109B9C-701F-4916-ACD9-8044A13EA8E2}" presName="rootComposite" presStyleCnt="0">
        <dgm:presLayoutVars/>
      </dgm:prSet>
      <dgm:spPr/>
    </dgm:pt>
    <dgm:pt modelId="{C0EF3045-E5E0-4F58-9E1D-C2711D430A29}" type="pres">
      <dgm:prSet presAssocID="{E9109B9C-701F-4916-ACD9-8044A13EA8E2}" presName="ParentAccent" presStyleLbl="alignNode1" presStyleIdx="1" presStyleCnt="3"/>
      <dgm:spPr/>
    </dgm:pt>
    <dgm:pt modelId="{A46A8CE0-59CF-477C-9DD9-EA083DC7134F}" type="pres">
      <dgm:prSet presAssocID="{E9109B9C-701F-4916-ACD9-8044A13EA8E2}" presName="ParentSmallAccent" presStyleLbl="fgAcc1" presStyleIdx="1" presStyleCnt="3"/>
      <dgm:spPr/>
    </dgm:pt>
    <dgm:pt modelId="{4302E936-315E-466C-AA0E-8A81BD2989D0}" type="pres">
      <dgm:prSet presAssocID="{E9109B9C-701F-4916-ACD9-8044A13EA8E2}" presName="Parent" presStyleLbl="revTx" presStyleIdx="5" presStyleCnt="12">
        <dgm:presLayoutVars>
          <dgm:chMax/>
          <dgm:chPref val="4"/>
          <dgm:bulletEnabled val="1"/>
        </dgm:presLayoutVars>
      </dgm:prSet>
      <dgm:spPr/>
    </dgm:pt>
    <dgm:pt modelId="{CAA219AB-F5DE-4564-BBB1-54039D5B2EFF}" type="pres">
      <dgm:prSet presAssocID="{E9109B9C-701F-4916-ACD9-8044A13EA8E2}" presName="childShape" presStyleCnt="0">
        <dgm:presLayoutVars>
          <dgm:chMax val="0"/>
          <dgm:chPref val="0"/>
        </dgm:presLayoutVars>
      </dgm:prSet>
      <dgm:spPr/>
    </dgm:pt>
    <dgm:pt modelId="{86ECBECC-D4EF-4B68-BD13-1CE1AE50FE1A}" type="pres">
      <dgm:prSet presAssocID="{8FFF039A-7DC2-4E33-9A68-5E8BEEFFF0C0}" presName="childComposite" presStyleCnt="0">
        <dgm:presLayoutVars>
          <dgm:chMax val="0"/>
          <dgm:chPref val="0"/>
        </dgm:presLayoutVars>
      </dgm:prSet>
      <dgm:spPr/>
    </dgm:pt>
    <dgm:pt modelId="{7AE66133-FE02-437F-9BB6-18259823D966}" type="pres">
      <dgm:prSet presAssocID="{8FFF039A-7DC2-4E33-9A68-5E8BEEFFF0C0}" presName="ChildAccent" presStyleLbl="solidFgAcc1" presStyleIdx="4" presStyleCnt="9"/>
      <dgm:spPr/>
    </dgm:pt>
    <dgm:pt modelId="{6AE927D8-6456-46EF-ADFE-9C9318D658A0}" type="pres">
      <dgm:prSet presAssocID="{8FFF039A-7DC2-4E33-9A68-5E8BEEFFF0C0}" presName="Child" presStyleLbl="revTx" presStyleIdx="6" presStyleCnt="12">
        <dgm:presLayoutVars>
          <dgm:chMax val="0"/>
          <dgm:chPref val="0"/>
          <dgm:bulletEnabled val="1"/>
        </dgm:presLayoutVars>
      </dgm:prSet>
      <dgm:spPr/>
    </dgm:pt>
    <dgm:pt modelId="{AD4937DB-4070-4D9A-9603-65A1F1B9742E}" type="pres">
      <dgm:prSet presAssocID="{61F3EF79-D42F-487A-8F33-66CA0710258F}" presName="childComposite" presStyleCnt="0">
        <dgm:presLayoutVars>
          <dgm:chMax val="0"/>
          <dgm:chPref val="0"/>
        </dgm:presLayoutVars>
      </dgm:prSet>
      <dgm:spPr/>
    </dgm:pt>
    <dgm:pt modelId="{B3D3DC83-0C07-4321-8FF6-30528D6202B4}" type="pres">
      <dgm:prSet presAssocID="{61F3EF79-D42F-487A-8F33-66CA0710258F}" presName="ChildAccent" presStyleLbl="solidFgAcc1" presStyleIdx="5" presStyleCnt="9"/>
      <dgm:spPr/>
    </dgm:pt>
    <dgm:pt modelId="{BA92BFE3-80DC-4D0B-983C-0D8F2F62BE97}" type="pres">
      <dgm:prSet presAssocID="{61F3EF79-D42F-487A-8F33-66CA0710258F}" presName="Child" presStyleLbl="revTx" presStyleIdx="7" presStyleCnt="12">
        <dgm:presLayoutVars>
          <dgm:chMax val="0"/>
          <dgm:chPref val="0"/>
          <dgm:bulletEnabled val="1"/>
        </dgm:presLayoutVars>
      </dgm:prSet>
      <dgm:spPr/>
    </dgm:pt>
    <dgm:pt modelId="{28FD9486-18D9-4E12-9F98-510DF762B074}" type="pres">
      <dgm:prSet presAssocID="{5016E6CD-AB9D-4C34-8574-17F03680EF32}" presName="childComposite" presStyleCnt="0">
        <dgm:presLayoutVars>
          <dgm:chMax val="0"/>
          <dgm:chPref val="0"/>
        </dgm:presLayoutVars>
      </dgm:prSet>
      <dgm:spPr/>
    </dgm:pt>
    <dgm:pt modelId="{62222F2A-E0FB-439F-8C53-B3D75D6206A7}" type="pres">
      <dgm:prSet presAssocID="{5016E6CD-AB9D-4C34-8574-17F03680EF32}" presName="ChildAccent" presStyleLbl="solidFgAcc1" presStyleIdx="6" presStyleCnt="9"/>
      <dgm:spPr/>
    </dgm:pt>
    <dgm:pt modelId="{2771D3A4-E3A9-4E48-B472-C4A06CAB3C67}" type="pres">
      <dgm:prSet presAssocID="{5016E6CD-AB9D-4C34-8574-17F03680EF32}" presName="Child" presStyleLbl="revTx" presStyleIdx="8" presStyleCnt="12">
        <dgm:presLayoutVars>
          <dgm:chMax val="0"/>
          <dgm:chPref val="0"/>
          <dgm:bulletEnabled val="1"/>
        </dgm:presLayoutVars>
      </dgm:prSet>
      <dgm:spPr/>
    </dgm:pt>
    <dgm:pt modelId="{64C76E39-D10E-4B72-9231-3F21216F1B6E}" type="pres">
      <dgm:prSet presAssocID="{1F465779-2722-48FC-8480-DF3B1898C3FA}" presName="root" presStyleCnt="0">
        <dgm:presLayoutVars>
          <dgm:chMax/>
          <dgm:chPref/>
        </dgm:presLayoutVars>
      </dgm:prSet>
      <dgm:spPr/>
    </dgm:pt>
    <dgm:pt modelId="{C19A15C9-E1D5-453D-BF5F-556FA355D3E3}" type="pres">
      <dgm:prSet presAssocID="{1F465779-2722-48FC-8480-DF3B1898C3FA}" presName="rootComposite" presStyleCnt="0">
        <dgm:presLayoutVars/>
      </dgm:prSet>
      <dgm:spPr/>
    </dgm:pt>
    <dgm:pt modelId="{5B230D17-92ED-44A6-96B4-036B9B4B6122}" type="pres">
      <dgm:prSet presAssocID="{1F465779-2722-48FC-8480-DF3B1898C3FA}" presName="ParentAccent" presStyleLbl="alignNode1" presStyleIdx="2" presStyleCnt="3"/>
      <dgm:spPr/>
    </dgm:pt>
    <dgm:pt modelId="{11ACE4E1-3C7D-478B-BDEB-3C0451C10992}" type="pres">
      <dgm:prSet presAssocID="{1F465779-2722-48FC-8480-DF3B1898C3FA}" presName="ParentSmallAccent" presStyleLbl="fgAcc1" presStyleIdx="2" presStyleCnt="3"/>
      <dgm:spPr/>
    </dgm:pt>
    <dgm:pt modelId="{D39770BD-1585-4675-92B9-52BE28E4C263}" type="pres">
      <dgm:prSet presAssocID="{1F465779-2722-48FC-8480-DF3B1898C3FA}" presName="Parent" presStyleLbl="revTx" presStyleIdx="9" presStyleCnt="12">
        <dgm:presLayoutVars>
          <dgm:chMax/>
          <dgm:chPref val="4"/>
          <dgm:bulletEnabled val="1"/>
        </dgm:presLayoutVars>
      </dgm:prSet>
      <dgm:spPr/>
    </dgm:pt>
    <dgm:pt modelId="{6B32C052-BD9D-4934-BE34-F6F679252A34}" type="pres">
      <dgm:prSet presAssocID="{1F465779-2722-48FC-8480-DF3B1898C3FA}" presName="childShape" presStyleCnt="0">
        <dgm:presLayoutVars>
          <dgm:chMax val="0"/>
          <dgm:chPref val="0"/>
        </dgm:presLayoutVars>
      </dgm:prSet>
      <dgm:spPr/>
    </dgm:pt>
    <dgm:pt modelId="{8A9085CB-6DC3-44DA-9FD5-1E4AD433DAB9}" type="pres">
      <dgm:prSet presAssocID="{A4753878-E11B-41A3-8B56-EE8108D6667F}" presName="childComposite" presStyleCnt="0">
        <dgm:presLayoutVars>
          <dgm:chMax val="0"/>
          <dgm:chPref val="0"/>
        </dgm:presLayoutVars>
      </dgm:prSet>
      <dgm:spPr/>
    </dgm:pt>
    <dgm:pt modelId="{5D74354A-50A9-4741-9BE7-514CB5D1497D}" type="pres">
      <dgm:prSet presAssocID="{A4753878-E11B-41A3-8B56-EE8108D6667F}" presName="ChildAccent" presStyleLbl="solidFgAcc1" presStyleIdx="7" presStyleCnt="9"/>
      <dgm:spPr/>
    </dgm:pt>
    <dgm:pt modelId="{30713E61-3EA3-4795-9300-6D0D717CC753}" type="pres">
      <dgm:prSet presAssocID="{A4753878-E11B-41A3-8B56-EE8108D6667F}" presName="Child" presStyleLbl="revTx" presStyleIdx="10" presStyleCnt="12">
        <dgm:presLayoutVars>
          <dgm:chMax val="0"/>
          <dgm:chPref val="0"/>
          <dgm:bulletEnabled val="1"/>
        </dgm:presLayoutVars>
      </dgm:prSet>
      <dgm:spPr/>
    </dgm:pt>
    <dgm:pt modelId="{E124540F-B2EF-479E-950D-92A599BFA8B5}" type="pres">
      <dgm:prSet presAssocID="{BCCE2C11-AA9D-47F7-9C1B-AA18003B959D}" presName="childComposite" presStyleCnt="0">
        <dgm:presLayoutVars>
          <dgm:chMax val="0"/>
          <dgm:chPref val="0"/>
        </dgm:presLayoutVars>
      </dgm:prSet>
      <dgm:spPr/>
    </dgm:pt>
    <dgm:pt modelId="{5197784D-A48A-41AB-A3E4-14C6ABB93E5D}" type="pres">
      <dgm:prSet presAssocID="{BCCE2C11-AA9D-47F7-9C1B-AA18003B959D}" presName="ChildAccent" presStyleLbl="solidFgAcc1" presStyleIdx="8" presStyleCnt="9"/>
      <dgm:spPr/>
    </dgm:pt>
    <dgm:pt modelId="{F2902620-4732-4E1A-9FB3-FEE477C02330}" type="pres">
      <dgm:prSet presAssocID="{BCCE2C11-AA9D-47F7-9C1B-AA18003B959D}" presName="Child" presStyleLbl="revTx" presStyleIdx="11" presStyleCnt="12">
        <dgm:presLayoutVars>
          <dgm:chMax val="0"/>
          <dgm:chPref val="0"/>
          <dgm:bulletEnabled val="1"/>
        </dgm:presLayoutVars>
      </dgm:prSet>
      <dgm:spPr/>
    </dgm:pt>
  </dgm:ptLst>
  <dgm:cxnLst>
    <dgm:cxn modelId="{A2E73F07-CDCD-465A-B551-9FE8BF8CC6F4}" type="presOf" srcId="{8FFF039A-7DC2-4E33-9A68-5E8BEEFFF0C0}" destId="{6AE927D8-6456-46EF-ADFE-9C9318D658A0}" srcOrd="0" destOrd="0" presId="urn:microsoft.com/office/officeart/2008/layout/SquareAccentList"/>
    <dgm:cxn modelId="{07178F1D-0CC4-47EA-8372-643FBA6FFC90}" type="presOf" srcId="{DDE0740E-69D0-438D-AF23-4C435CFFA090}" destId="{A5C1C62E-DEFE-45D3-AB8E-45DFD2EDC6A9}" srcOrd="0" destOrd="0" presId="urn:microsoft.com/office/officeart/2008/layout/SquareAccentList"/>
    <dgm:cxn modelId="{CD4B9C30-B533-45EF-90C8-BBD19075542B}" type="presOf" srcId="{BCCE2C11-AA9D-47F7-9C1B-AA18003B959D}" destId="{F2902620-4732-4E1A-9FB3-FEE477C02330}" srcOrd="0" destOrd="0" presId="urn:microsoft.com/office/officeart/2008/layout/SquareAccentList"/>
    <dgm:cxn modelId="{5C507E40-C824-4856-A71A-53449FC3727A}" srcId="{2799E999-97FB-4177-B114-538913F700C0}" destId="{E9109B9C-701F-4916-ACD9-8044A13EA8E2}" srcOrd="1" destOrd="0" parTransId="{96D86A41-0B67-4111-9DB9-CC08C7D1BABF}" sibTransId="{A0B506F2-D39C-4DB3-997E-04CC5400C32C}"/>
    <dgm:cxn modelId="{ADA45C62-1B22-4C3E-825F-126C90DC46ED}" srcId="{366F0CB4-3EF3-40C6-9A17-FE3E16263663}" destId="{B8A8E707-7463-4475-AC6D-A663714E75DE}" srcOrd="2" destOrd="0" parTransId="{0DB99D67-6008-47F1-8AD7-2CB0FEA01E8C}" sibTransId="{9EBDFE5D-0988-4797-97CB-2D235465B8F2}"/>
    <dgm:cxn modelId="{025E3D43-0EE0-4D14-BD60-042655C3FBFA}" type="presOf" srcId="{1F465779-2722-48FC-8480-DF3B1898C3FA}" destId="{D39770BD-1585-4675-92B9-52BE28E4C263}" srcOrd="0" destOrd="0" presId="urn:microsoft.com/office/officeart/2008/layout/SquareAccentList"/>
    <dgm:cxn modelId="{B5A55551-5D10-42B9-B08B-52DD2B168C3F}" type="presOf" srcId="{366F0CB4-3EF3-40C6-9A17-FE3E16263663}" destId="{39A075E3-C9B6-4292-84B6-CB654789C14B}" srcOrd="0" destOrd="0" presId="urn:microsoft.com/office/officeart/2008/layout/SquareAccentList"/>
    <dgm:cxn modelId="{F1E4E075-FF55-49A7-9B30-26EAAD503ED4}" srcId="{366F0CB4-3EF3-40C6-9A17-FE3E16263663}" destId="{DDE0740E-69D0-438D-AF23-4C435CFFA090}" srcOrd="1" destOrd="0" parTransId="{7ADBE12F-9D78-48D3-82A0-38FB76CFBF5E}" sibTransId="{EAB98954-75E5-43F7-99BA-036A78807F73}"/>
    <dgm:cxn modelId="{24681B76-7984-4A51-B25F-9DECA40553AB}" srcId="{1F465779-2722-48FC-8480-DF3B1898C3FA}" destId="{A4753878-E11B-41A3-8B56-EE8108D6667F}" srcOrd="0" destOrd="0" parTransId="{8B4DD284-5541-41C7-BFE6-28DD451C81DF}" sibTransId="{3C8C94EE-E5EB-4157-96EB-C2716E729930}"/>
    <dgm:cxn modelId="{5BD11C88-5C4D-4F74-90C7-C346E2BA8B40}" type="presOf" srcId="{61F3EF79-D42F-487A-8F33-66CA0710258F}" destId="{BA92BFE3-80DC-4D0B-983C-0D8F2F62BE97}" srcOrd="0" destOrd="0" presId="urn:microsoft.com/office/officeart/2008/layout/SquareAccentList"/>
    <dgm:cxn modelId="{D77E01A4-9679-4DE1-896A-FC94FF193D3E}" type="presOf" srcId="{85B0F9E2-399C-478A-9E7D-4D30FE494BD4}" destId="{B54161B1-0F89-41B7-B993-BAB69C354312}" srcOrd="0" destOrd="0" presId="urn:microsoft.com/office/officeart/2008/layout/SquareAccentList"/>
    <dgm:cxn modelId="{3F1163A5-EF60-4304-8D2D-EC91973F10AE}" type="presOf" srcId="{E9109B9C-701F-4916-ACD9-8044A13EA8E2}" destId="{4302E936-315E-466C-AA0E-8A81BD2989D0}" srcOrd="0" destOrd="0" presId="urn:microsoft.com/office/officeart/2008/layout/SquareAccentList"/>
    <dgm:cxn modelId="{CA542EA8-E760-497F-B6EA-8349A03D9067}" type="presOf" srcId="{A4753878-E11B-41A3-8B56-EE8108D6667F}" destId="{30713E61-3EA3-4795-9300-6D0D717CC753}" srcOrd="0" destOrd="0" presId="urn:microsoft.com/office/officeart/2008/layout/SquareAccentList"/>
    <dgm:cxn modelId="{213A9BAD-4D45-4FA2-8393-F224BC36EAAC}" type="presOf" srcId="{2799E999-97FB-4177-B114-538913F700C0}" destId="{D7C76082-5286-4062-A02A-564833E0EC83}" srcOrd="0" destOrd="0" presId="urn:microsoft.com/office/officeart/2008/layout/SquareAccentList"/>
    <dgm:cxn modelId="{EBFBB1AD-5B49-423F-B90B-F4BCE66F79CD}" srcId="{1F465779-2722-48FC-8480-DF3B1898C3FA}" destId="{BCCE2C11-AA9D-47F7-9C1B-AA18003B959D}" srcOrd="1" destOrd="0" parTransId="{160606D5-C9A8-48A9-98FF-40D19AD70556}" sibTransId="{5C9DE54D-CB70-40D7-BEBF-93766406C100}"/>
    <dgm:cxn modelId="{01539BBA-86A6-497B-8F53-39C2CFFFE9A8}" srcId="{366F0CB4-3EF3-40C6-9A17-FE3E16263663}" destId="{85B0F9E2-399C-478A-9E7D-4D30FE494BD4}" srcOrd="0" destOrd="0" parTransId="{FE0B113A-14AF-4FDC-9CB3-BCA448D10D72}" sibTransId="{F3261BCC-BA52-4B7E-9CEC-12DBBD806EE2}"/>
    <dgm:cxn modelId="{EA94B5BC-0EA6-415A-8858-368FFDE0FA7D}" srcId="{366F0CB4-3EF3-40C6-9A17-FE3E16263663}" destId="{121B13FB-E504-479C-B558-C98FCCAB5CB2}" srcOrd="3" destOrd="0" parTransId="{933741DC-A096-4C21-8F03-8F7FE86700F8}" sibTransId="{FA38C817-E44A-4769-92C2-7422DB90DAE7}"/>
    <dgm:cxn modelId="{8571FEC3-579A-4AFD-BDA5-200A79E1C9AD}" srcId="{2799E999-97FB-4177-B114-538913F700C0}" destId="{1F465779-2722-48FC-8480-DF3B1898C3FA}" srcOrd="2" destOrd="0" parTransId="{3025B940-F1DB-43F0-A8B3-D32C04084263}" sibTransId="{4420A119-B862-4C6C-884C-07BAB1E2DD0B}"/>
    <dgm:cxn modelId="{19DBFFC5-B8BF-4BDC-AD4F-8F9DB66381E5}" type="presOf" srcId="{121B13FB-E504-479C-B558-C98FCCAB5CB2}" destId="{364E595B-1DEA-43EE-BBB4-DD7AC97FD676}" srcOrd="0" destOrd="0" presId="urn:microsoft.com/office/officeart/2008/layout/SquareAccentList"/>
    <dgm:cxn modelId="{C2BE74D9-D723-407C-A09D-CD4C2ADD0A7A}" srcId="{E9109B9C-701F-4916-ACD9-8044A13EA8E2}" destId="{8FFF039A-7DC2-4E33-9A68-5E8BEEFFF0C0}" srcOrd="0" destOrd="0" parTransId="{527484A4-2D89-46B3-A336-8C21E2B06D23}" sibTransId="{2812EEC1-14AA-4076-ADF2-D4C78D5FE731}"/>
    <dgm:cxn modelId="{1E171FE7-C04B-48BD-B8A4-DA114FB2C746}" type="presOf" srcId="{5016E6CD-AB9D-4C34-8574-17F03680EF32}" destId="{2771D3A4-E3A9-4E48-B472-C4A06CAB3C67}" srcOrd="0" destOrd="0" presId="urn:microsoft.com/office/officeart/2008/layout/SquareAccentList"/>
    <dgm:cxn modelId="{7EB973E9-8D2C-4CA0-B2F8-0ABBF844BAFD}" type="presOf" srcId="{B8A8E707-7463-4475-AC6D-A663714E75DE}" destId="{275C485B-0E06-4771-96F9-058C1A12A84B}" srcOrd="0" destOrd="0" presId="urn:microsoft.com/office/officeart/2008/layout/SquareAccentList"/>
    <dgm:cxn modelId="{EE72B9F2-0F6E-45C4-9C68-A1FF95C6F08C}" srcId="{E9109B9C-701F-4916-ACD9-8044A13EA8E2}" destId="{61F3EF79-D42F-487A-8F33-66CA0710258F}" srcOrd="1" destOrd="0" parTransId="{F24BD91C-4233-4629-B760-C65176A70209}" sibTransId="{AD028E61-EA9C-4F73-8142-BCC4F7DA4F2F}"/>
    <dgm:cxn modelId="{50C017FD-E186-4CD3-8512-810AC553464B}" srcId="{E9109B9C-701F-4916-ACD9-8044A13EA8E2}" destId="{5016E6CD-AB9D-4C34-8574-17F03680EF32}" srcOrd="2" destOrd="0" parTransId="{473738D3-9BF4-4D5C-B937-D13CC795FFFD}" sibTransId="{C58D19F4-A1D8-425B-91E0-614A9DE1D518}"/>
    <dgm:cxn modelId="{A6C6D9FD-E16F-405A-BAFF-7F1D4D352E6B}" srcId="{2799E999-97FB-4177-B114-538913F700C0}" destId="{366F0CB4-3EF3-40C6-9A17-FE3E16263663}" srcOrd="0" destOrd="0" parTransId="{ABBF100A-69F8-4023-92E1-D3FE2D386CD6}" sibTransId="{C1AD41CD-2491-4792-9BC6-9F579BDA2819}"/>
    <dgm:cxn modelId="{AD26EED8-EB42-4AE3-A863-2860771BE1F3}" type="presParOf" srcId="{D7C76082-5286-4062-A02A-564833E0EC83}" destId="{924354F8-33DB-4E9D-B571-E4AC004C4934}" srcOrd="0" destOrd="0" presId="urn:microsoft.com/office/officeart/2008/layout/SquareAccentList"/>
    <dgm:cxn modelId="{6B36DAF6-540C-46E4-9424-F9C2CBC48D8A}" type="presParOf" srcId="{924354F8-33DB-4E9D-B571-E4AC004C4934}" destId="{77F6E6D4-3E3E-401C-A096-21F676FEC0BB}" srcOrd="0" destOrd="0" presId="urn:microsoft.com/office/officeart/2008/layout/SquareAccentList"/>
    <dgm:cxn modelId="{1FF566EB-4CFE-4B88-9BC0-3A02D891540B}" type="presParOf" srcId="{77F6E6D4-3E3E-401C-A096-21F676FEC0BB}" destId="{A8B2B256-DDD1-4439-844F-DDC64BA55C70}" srcOrd="0" destOrd="0" presId="urn:microsoft.com/office/officeart/2008/layout/SquareAccentList"/>
    <dgm:cxn modelId="{FBA05177-2A76-4E1B-88E5-03215FEF7929}" type="presParOf" srcId="{77F6E6D4-3E3E-401C-A096-21F676FEC0BB}" destId="{F5C0DAB3-DB45-4976-AA3A-8C1FDFCD5AEF}" srcOrd="1" destOrd="0" presId="urn:microsoft.com/office/officeart/2008/layout/SquareAccentList"/>
    <dgm:cxn modelId="{9CBA3E2F-4028-4D9C-9A8A-EA8B22A19222}" type="presParOf" srcId="{77F6E6D4-3E3E-401C-A096-21F676FEC0BB}" destId="{39A075E3-C9B6-4292-84B6-CB654789C14B}" srcOrd="2" destOrd="0" presId="urn:microsoft.com/office/officeart/2008/layout/SquareAccentList"/>
    <dgm:cxn modelId="{C413CA9E-BA71-4E35-9D46-DFE89EAEC401}" type="presParOf" srcId="{924354F8-33DB-4E9D-B571-E4AC004C4934}" destId="{D3C8E57B-5322-4294-B881-ACF55A8D76F2}" srcOrd="1" destOrd="0" presId="urn:microsoft.com/office/officeart/2008/layout/SquareAccentList"/>
    <dgm:cxn modelId="{A3ACBA60-22C0-4AD3-A8FA-32615C1D7773}" type="presParOf" srcId="{D3C8E57B-5322-4294-B881-ACF55A8D76F2}" destId="{A95FEEF2-42D1-4DD8-A506-813AB68DB367}" srcOrd="0" destOrd="0" presId="urn:microsoft.com/office/officeart/2008/layout/SquareAccentList"/>
    <dgm:cxn modelId="{BC33B7D0-2211-4674-A584-A73960C393F8}" type="presParOf" srcId="{A95FEEF2-42D1-4DD8-A506-813AB68DB367}" destId="{BBE3BB56-45F1-4E4C-A544-5936A802534F}" srcOrd="0" destOrd="0" presId="urn:microsoft.com/office/officeart/2008/layout/SquareAccentList"/>
    <dgm:cxn modelId="{95C8CA23-AC31-4D10-A1C8-1851263674B0}" type="presParOf" srcId="{A95FEEF2-42D1-4DD8-A506-813AB68DB367}" destId="{B54161B1-0F89-41B7-B993-BAB69C354312}" srcOrd="1" destOrd="0" presId="urn:microsoft.com/office/officeart/2008/layout/SquareAccentList"/>
    <dgm:cxn modelId="{8CDEAE19-80FD-46D2-A959-C7DFDC623A1A}" type="presParOf" srcId="{D3C8E57B-5322-4294-B881-ACF55A8D76F2}" destId="{8E7787C5-E7D3-44F7-AD90-D31B80C81018}" srcOrd="1" destOrd="0" presId="urn:microsoft.com/office/officeart/2008/layout/SquareAccentList"/>
    <dgm:cxn modelId="{F77E04BB-8946-4D7D-8A34-82F882AA78DD}" type="presParOf" srcId="{8E7787C5-E7D3-44F7-AD90-D31B80C81018}" destId="{B5D71190-2C5E-40E8-9764-96E87B51CB7B}" srcOrd="0" destOrd="0" presId="urn:microsoft.com/office/officeart/2008/layout/SquareAccentList"/>
    <dgm:cxn modelId="{1657C3F0-352B-4F25-ACA0-51337609173B}" type="presParOf" srcId="{8E7787C5-E7D3-44F7-AD90-D31B80C81018}" destId="{A5C1C62E-DEFE-45D3-AB8E-45DFD2EDC6A9}" srcOrd="1" destOrd="0" presId="urn:microsoft.com/office/officeart/2008/layout/SquareAccentList"/>
    <dgm:cxn modelId="{A4F2D319-E462-498D-922E-F98C326C77AB}" type="presParOf" srcId="{D3C8E57B-5322-4294-B881-ACF55A8D76F2}" destId="{E3B19995-6B65-4D2B-B1B0-DA7C1EDBC2B9}" srcOrd="2" destOrd="0" presId="urn:microsoft.com/office/officeart/2008/layout/SquareAccentList"/>
    <dgm:cxn modelId="{23892DB9-612B-4566-A775-963332D729B5}" type="presParOf" srcId="{E3B19995-6B65-4D2B-B1B0-DA7C1EDBC2B9}" destId="{CE66692F-8BA7-4B8F-87E7-44D02A5FCA70}" srcOrd="0" destOrd="0" presId="urn:microsoft.com/office/officeart/2008/layout/SquareAccentList"/>
    <dgm:cxn modelId="{D37C7695-CD15-499F-82C5-D8EC5E45100E}" type="presParOf" srcId="{E3B19995-6B65-4D2B-B1B0-DA7C1EDBC2B9}" destId="{275C485B-0E06-4771-96F9-058C1A12A84B}" srcOrd="1" destOrd="0" presId="urn:microsoft.com/office/officeart/2008/layout/SquareAccentList"/>
    <dgm:cxn modelId="{A6B7D67C-6B30-4DE5-A118-8AEC0F6B11C0}" type="presParOf" srcId="{D3C8E57B-5322-4294-B881-ACF55A8D76F2}" destId="{CB2E955C-948D-4698-B73F-950FD79DF32C}" srcOrd="3" destOrd="0" presId="urn:microsoft.com/office/officeart/2008/layout/SquareAccentList"/>
    <dgm:cxn modelId="{14FBC62E-ED9B-4E6C-954D-601DD4A9BF78}" type="presParOf" srcId="{CB2E955C-948D-4698-B73F-950FD79DF32C}" destId="{FF3167B7-48BA-4993-9490-31BF02640D52}" srcOrd="0" destOrd="0" presId="urn:microsoft.com/office/officeart/2008/layout/SquareAccentList"/>
    <dgm:cxn modelId="{7DB05AD9-E540-4F4B-B925-955C33818303}" type="presParOf" srcId="{CB2E955C-948D-4698-B73F-950FD79DF32C}" destId="{364E595B-1DEA-43EE-BBB4-DD7AC97FD676}" srcOrd="1" destOrd="0" presId="urn:microsoft.com/office/officeart/2008/layout/SquareAccentList"/>
    <dgm:cxn modelId="{555393BB-C15C-4253-A2EB-85A38F10E312}" type="presParOf" srcId="{D7C76082-5286-4062-A02A-564833E0EC83}" destId="{4DEDB747-4E26-4A84-BB32-8E4DF7D32EF8}" srcOrd="1" destOrd="0" presId="urn:microsoft.com/office/officeart/2008/layout/SquareAccentList"/>
    <dgm:cxn modelId="{2FA896C0-898A-4651-A7DB-7BF615BD3172}" type="presParOf" srcId="{4DEDB747-4E26-4A84-BB32-8E4DF7D32EF8}" destId="{0C631365-BA3E-4C24-9789-30F7D61D1CDF}" srcOrd="0" destOrd="0" presId="urn:microsoft.com/office/officeart/2008/layout/SquareAccentList"/>
    <dgm:cxn modelId="{B8C2E698-5034-47C9-967A-337675D21879}" type="presParOf" srcId="{0C631365-BA3E-4C24-9789-30F7D61D1CDF}" destId="{C0EF3045-E5E0-4F58-9E1D-C2711D430A29}" srcOrd="0" destOrd="0" presId="urn:microsoft.com/office/officeart/2008/layout/SquareAccentList"/>
    <dgm:cxn modelId="{82CA20F5-7003-41C1-A5FF-3ED152D50674}" type="presParOf" srcId="{0C631365-BA3E-4C24-9789-30F7D61D1CDF}" destId="{A46A8CE0-59CF-477C-9DD9-EA083DC7134F}" srcOrd="1" destOrd="0" presId="urn:microsoft.com/office/officeart/2008/layout/SquareAccentList"/>
    <dgm:cxn modelId="{B76110E4-E219-467D-92B2-18A823ACC133}" type="presParOf" srcId="{0C631365-BA3E-4C24-9789-30F7D61D1CDF}" destId="{4302E936-315E-466C-AA0E-8A81BD2989D0}" srcOrd="2" destOrd="0" presId="urn:microsoft.com/office/officeart/2008/layout/SquareAccentList"/>
    <dgm:cxn modelId="{8813AE84-E31B-4874-A882-EB5992315450}" type="presParOf" srcId="{4DEDB747-4E26-4A84-BB32-8E4DF7D32EF8}" destId="{CAA219AB-F5DE-4564-BBB1-54039D5B2EFF}" srcOrd="1" destOrd="0" presId="urn:microsoft.com/office/officeart/2008/layout/SquareAccentList"/>
    <dgm:cxn modelId="{93ADB246-CB98-439B-9147-C0B2E5112B49}" type="presParOf" srcId="{CAA219AB-F5DE-4564-BBB1-54039D5B2EFF}" destId="{86ECBECC-D4EF-4B68-BD13-1CE1AE50FE1A}" srcOrd="0" destOrd="0" presId="urn:microsoft.com/office/officeart/2008/layout/SquareAccentList"/>
    <dgm:cxn modelId="{A12C1398-7BD4-4231-A1CB-B91D4C48DC31}" type="presParOf" srcId="{86ECBECC-D4EF-4B68-BD13-1CE1AE50FE1A}" destId="{7AE66133-FE02-437F-9BB6-18259823D966}" srcOrd="0" destOrd="0" presId="urn:microsoft.com/office/officeart/2008/layout/SquareAccentList"/>
    <dgm:cxn modelId="{A66F92E1-97DB-488C-B066-54C72915F101}" type="presParOf" srcId="{86ECBECC-D4EF-4B68-BD13-1CE1AE50FE1A}" destId="{6AE927D8-6456-46EF-ADFE-9C9318D658A0}" srcOrd="1" destOrd="0" presId="urn:microsoft.com/office/officeart/2008/layout/SquareAccentList"/>
    <dgm:cxn modelId="{74C25A59-C2C5-4E56-8968-C96151A3FD7A}" type="presParOf" srcId="{CAA219AB-F5DE-4564-BBB1-54039D5B2EFF}" destId="{AD4937DB-4070-4D9A-9603-65A1F1B9742E}" srcOrd="1" destOrd="0" presId="urn:microsoft.com/office/officeart/2008/layout/SquareAccentList"/>
    <dgm:cxn modelId="{C060F5B5-BAA7-4766-8B0A-88CE59E97F54}" type="presParOf" srcId="{AD4937DB-4070-4D9A-9603-65A1F1B9742E}" destId="{B3D3DC83-0C07-4321-8FF6-30528D6202B4}" srcOrd="0" destOrd="0" presId="urn:microsoft.com/office/officeart/2008/layout/SquareAccentList"/>
    <dgm:cxn modelId="{B5595104-DEDB-4331-A9A1-F3A376BA4EDF}" type="presParOf" srcId="{AD4937DB-4070-4D9A-9603-65A1F1B9742E}" destId="{BA92BFE3-80DC-4D0B-983C-0D8F2F62BE97}" srcOrd="1" destOrd="0" presId="urn:microsoft.com/office/officeart/2008/layout/SquareAccentList"/>
    <dgm:cxn modelId="{BDD2947A-6C88-42F7-9A31-82287B824F11}" type="presParOf" srcId="{CAA219AB-F5DE-4564-BBB1-54039D5B2EFF}" destId="{28FD9486-18D9-4E12-9F98-510DF762B074}" srcOrd="2" destOrd="0" presId="urn:microsoft.com/office/officeart/2008/layout/SquareAccentList"/>
    <dgm:cxn modelId="{9865E0E4-C3BA-422E-B9A8-002A1C158A52}" type="presParOf" srcId="{28FD9486-18D9-4E12-9F98-510DF762B074}" destId="{62222F2A-E0FB-439F-8C53-B3D75D6206A7}" srcOrd="0" destOrd="0" presId="urn:microsoft.com/office/officeart/2008/layout/SquareAccentList"/>
    <dgm:cxn modelId="{5D1D0193-7CE8-4140-A114-B9D0F76D4B0F}" type="presParOf" srcId="{28FD9486-18D9-4E12-9F98-510DF762B074}" destId="{2771D3A4-E3A9-4E48-B472-C4A06CAB3C67}" srcOrd="1" destOrd="0" presId="urn:microsoft.com/office/officeart/2008/layout/SquareAccentList"/>
    <dgm:cxn modelId="{01B5E2EA-21BE-4547-888D-27E2D07941E5}" type="presParOf" srcId="{D7C76082-5286-4062-A02A-564833E0EC83}" destId="{64C76E39-D10E-4B72-9231-3F21216F1B6E}" srcOrd="2" destOrd="0" presId="urn:microsoft.com/office/officeart/2008/layout/SquareAccentList"/>
    <dgm:cxn modelId="{B5F2FDBF-875C-41C5-AAC1-D9C17350144D}" type="presParOf" srcId="{64C76E39-D10E-4B72-9231-3F21216F1B6E}" destId="{C19A15C9-E1D5-453D-BF5F-556FA355D3E3}" srcOrd="0" destOrd="0" presId="urn:microsoft.com/office/officeart/2008/layout/SquareAccentList"/>
    <dgm:cxn modelId="{007F9F79-6510-4A5C-BF43-CB1D041BBFE9}" type="presParOf" srcId="{C19A15C9-E1D5-453D-BF5F-556FA355D3E3}" destId="{5B230D17-92ED-44A6-96B4-036B9B4B6122}" srcOrd="0" destOrd="0" presId="urn:microsoft.com/office/officeart/2008/layout/SquareAccentList"/>
    <dgm:cxn modelId="{480393F8-F541-4EAF-A933-34CE3E4A00F4}" type="presParOf" srcId="{C19A15C9-E1D5-453D-BF5F-556FA355D3E3}" destId="{11ACE4E1-3C7D-478B-BDEB-3C0451C10992}" srcOrd="1" destOrd="0" presId="urn:microsoft.com/office/officeart/2008/layout/SquareAccentList"/>
    <dgm:cxn modelId="{A1E5A05A-6A7F-4E3B-9BCA-464D45E3BED8}" type="presParOf" srcId="{C19A15C9-E1D5-453D-BF5F-556FA355D3E3}" destId="{D39770BD-1585-4675-92B9-52BE28E4C263}" srcOrd="2" destOrd="0" presId="urn:microsoft.com/office/officeart/2008/layout/SquareAccentList"/>
    <dgm:cxn modelId="{A39520C0-10DB-4B13-9281-08398F11E40D}" type="presParOf" srcId="{64C76E39-D10E-4B72-9231-3F21216F1B6E}" destId="{6B32C052-BD9D-4934-BE34-F6F679252A34}" srcOrd="1" destOrd="0" presId="urn:microsoft.com/office/officeart/2008/layout/SquareAccentList"/>
    <dgm:cxn modelId="{0B603C25-832F-419B-9789-5485DEE4F6A0}" type="presParOf" srcId="{6B32C052-BD9D-4934-BE34-F6F679252A34}" destId="{8A9085CB-6DC3-44DA-9FD5-1E4AD433DAB9}" srcOrd="0" destOrd="0" presId="urn:microsoft.com/office/officeart/2008/layout/SquareAccentList"/>
    <dgm:cxn modelId="{211490BB-F7BA-4486-9CE4-9991937A2EE5}" type="presParOf" srcId="{8A9085CB-6DC3-44DA-9FD5-1E4AD433DAB9}" destId="{5D74354A-50A9-4741-9BE7-514CB5D1497D}" srcOrd="0" destOrd="0" presId="urn:microsoft.com/office/officeart/2008/layout/SquareAccentList"/>
    <dgm:cxn modelId="{F880B23F-90ED-43B3-A73A-90D01050577F}" type="presParOf" srcId="{8A9085CB-6DC3-44DA-9FD5-1E4AD433DAB9}" destId="{30713E61-3EA3-4795-9300-6D0D717CC753}" srcOrd="1" destOrd="0" presId="urn:microsoft.com/office/officeart/2008/layout/SquareAccentList"/>
    <dgm:cxn modelId="{5045340A-1F8D-4B86-BCD6-2E30BB4A691A}" type="presParOf" srcId="{6B32C052-BD9D-4934-BE34-F6F679252A34}" destId="{E124540F-B2EF-479E-950D-92A599BFA8B5}" srcOrd="1" destOrd="0" presId="urn:microsoft.com/office/officeart/2008/layout/SquareAccentList"/>
    <dgm:cxn modelId="{446970AB-9F86-4860-B8DD-1BF88FD4EF0C}" type="presParOf" srcId="{E124540F-B2EF-479E-950D-92A599BFA8B5}" destId="{5197784D-A48A-41AB-A3E4-14C6ABB93E5D}" srcOrd="0" destOrd="0" presId="urn:microsoft.com/office/officeart/2008/layout/SquareAccentList"/>
    <dgm:cxn modelId="{29A8DE6A-F840-409D-833E-0D273AFBD7B5}" type="presParOf" srcId="{E124540F-B2EF-479E-950D-92A599BFA8B5}" destId="{F2902620-4732-4E1A-9FB3-FEE477C02330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4EC4FA3-A692-4D89-8422-4FA281DE2431}" type="doc">
      <dgm:prSet loTypeId="urn:microsoft.com/office/officeart/2005/8/layout/matrix1" loCatId="matrix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1C220E9-BE95-49FD-A0FB-5ECF0C11FE24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Every</a:t>
          </a:r>
        </a:p>
        <a:p>
          <a:pPr>
            <a:lnSpc>
              <a:spcPct val="100000"/>
            </a:lnSpc>
          </a:pPr>
          <a:r>
            <a:rPr lang="en-US" noProof="0" dirty="0"/>
            <a:t> Once a…</a:t>
          </a:r>
        </a:p>
        <a:p>
          <a:pPr>
            <a:lnSpc>
              <a:spcPct val="100000"/>
            </a:lnSpc>
          </a:pPr>
          <a:r>
            <a:rPr lang="en-US" noProof="0" dirty="0"/>
            <a:t>Twice a…</a:t>
          </a:r>
        </a:p>
        <a:p>
          <a:pPr>
            <a:lnSpc>
              <a:spcPct val="100000"/>
            </a:lnSpc>
          </a:pPr>
          <a:r>
            <a:rPr lang="en-US" noProof="0" dirty="0"/>
            <a:t># times a….</a:t>
          </a:r>
        </a:p>
      </dgm:t>
    </dgm:pt>
    <dgm:pt modelId="{6DA2DDDE-E7CD-4053-81FF-5B5941C207D1}" type="parTrans" cxnId="{E10DE744-7B25-4B40-9ECD-A7544D2ED6A1}">
      <dgm:prSet/>
      <dgm:spPr/>
      <dgm:t>
        <a:bodyPr/>
        <a:lstStyle/>
        <a:p>
          <a:endParaRPr lang="en-US"/>
        </a:p>
      </dgm:t>
    </dgm:pt>
    <dgm:pt modelId="{EFE92BAB-9CCB-42CD-A049-134CD4D294DE}" type="sibTrans" cxnId="{E10DE744-7B25-4B40-9ECD-A7544D2ED6A1}">
      <dgm:prSet/>
      <dgm:spPr/>
      <dgm:t>
        <a:bodyPr/>
        <a:lstStyle/>
        <a:p>
          <a:endParaRPr lang="en-US"/>
        </a:p>
      </dgm:t>
    </dgm:pt>
    <dgm:pt modelId="{ECA9B78D-5FFE-4419-AFAB-A92A283B4B5C}">
      <dgm:prSet phldrT="[Texto]"/>
      <dgm:spPr/>
      <dgm:t>
        <a:bodyPr/>
        <a:lstStyle/>
        <a:p>
          <a:pPr algn="l"/>
          <a:r>
            <a:rPr lang="en-US" noProof="0" dirty="0"/>
            <a:t>Day</a:t>
          </a:r>
        </a:p>
      </dgm:t>
    </dgm:pt>
    <dgm:pt modelId="{B77925BB-DC20-49E0-93E2-CA0566875837}" type="parTrans" cxnId="{4556F4AC-6829-4E24-84E4-76AFF1043E58}">
      <dgm:prSet/>
      <dgm:spPr/>
      <dgm:t>
        <a:bodyPr/>
        <a:lstStyle/>
        <a:p>
          <a:endParaRPr lang="en-US"/>
        </a:p>
      </dgm:t>
    </dgm:pt>
    <dgm:pt modelId="{A94903F9-6DDD-47D9-84C5-93609BBAD811}" type="sibTrans" cxnId="{4556F4AC-6829-4E24-84E4-76AFF1043E58}">
      <dgm:prSet/>
      <dgm:spPr/>
      <dgm:t>
        <a:bodyPr/>
        <a:lstStyle/>
        <a:p>
          <a:endParaRPr lang="en-US"/>
        </a:p>
      </dgm:t>
    </dgm:pt>
    <dgm:pt modelId="{6FD69F1A-FB88-4919-A306-AB82C559DA7E}">
      <dgm:prSet phldrT="[Texto]"/>
      <dgm:spPr/>
      <dgm:t>
        <a:bodyPr/>
        <a:lstStyle/>
        <a:p>
          <a:pPr algn="r"/>
          <a:r>
            <a:rPr lang="en-US" noProof="0" dirty="0"/>
            <a:t>Week</a:t>
          </a:r>
        </a:p>
      </dgm:t>
    </dgm:pt>
    <dgm:pt modelId="{8F525191-5DDF-4983-9E58-A8D3213C8858}" type="parTrans" cxnId="{A5674B99-8FDD-491F-AD32-04332ACB74A4}">
      <dgm:prSet/>
      <dgm:spPr/>
      <dgm:t>
        <a:bodyPr/>
        <a:lstStyle/>
        <a:p>
          <a:endParaRPr lang="en-US"/>
        </a:p>
      </dgm:t>
    </dgm:pt>
    <dgm:pt modelId="{E28A06EC-8B82-4D1D-A531-AE7F1B43B93A}" type="sibTrans" cxnId="{A5674B99-8FDD-491F-AD32-04332ACB74A4}">
      <dgm:prSet/>
      <dgm:spPr/>
      <dgm:t>
        <a:bodyPr/>
        <a:lstStyle/>
        <a:p>
          <a:endParaRPr lang="en-US"/>
        </a:p>
      </dgm:t>
    </dgm:pt>
    <dgm:pt modelId="{C9FF91CF-3847-46E7-ADDB-5ED111C72BFA}">
      <dgm:prSet phldrT="[Texto]"/>
      <dgm:spPr/>
      <dgm:t>
        <a:bodyPr/>
        <a:lstStyle/>
        <a:p>
          <a:pPr algn="l"/>
          <a:r>
            <a:rPr lang="en-US" noProof="0" dirty="0"/>
            <a:t>Month</a:t>
          </a:r>
        </a:p>
      </dgm:t>
    </dgm:pt>
    <dgm:pt modelId="{BF3DBC45-6B1B-41DB-AC3F-B1D731A77D29}" type="parTrans" cxnId="{84DE5C1C-7E19-47A9-AD4C-B32DD25EA807}">
      <dgm:prSet/>
      <dgm:spPr/>
      <dgm:t>
        <a:bodyPr/>
        <a:lstStyle/>
        <a:p>
          <a:endParaRPr lang="en-US"/>
        </a:p>
      </dgm:t>
    </dgm:pt>
    <dgm:pt modelId="{200A2BF2-D293-41A5-B77B-08D9B5CAD83A}" type="sibTrans" cxnId="{84DE5C1C-7E19-47A9-AD4C-B32DD25EA807}">
      <dgm:prSet/>
      <dgm:spPr/>
      <dgm:t>
        <a:bodyPr/>
        <a:lstStyle/>
        <a:p>
          <a:endParaRPr lang="en-US"/>
        </a:p>
      </dgm:t>
    </dgm:pt>
    <dgm:pt modelId="{D5C8873D-4E4B-40DB-9A14-6FC27573F9CC}">
      <dgm:prSet phldrT="[Texto]"/>
      <dgm:spPr/>
      <dgm:t>
        <a:bodyPr/>
        <a:lstStyle/>
        <a:p>
          <a:pPr algn="r"/>
          <a:r>
            <a:rPr lang="en-US" noProof="0" dirty="0"/>
            <a:t>Year</a:t>
          </a:r>
        </a:p>
      </dgm:t>
    </dgm:pt>
    <dgm:pt modelId="{BEBE1F6A-77BB-46A1-A58B-C8C3641BD6FA}" type="parTrans" cxnId="{B27DDA7B-97A7-48E3-8A77-0A891D00AD8E}">
      <dgm:prSet/>
      <dgm:spPr/>
      <dgm:t>
        <a:bodyPr/>
        <a:lstStyle/>
        <a:p>
          <a:endParaRPr lang="en-US"/>
        </a:p>
      </dgm:t>
    </dgm:pt>
    <dgm:pt modelId="{27783257-27D6-42F3-B623-0CF4471B7471}" type="sibTrans" cxnId="{B27DDA7B-97A7-48E3-8A77-0A891D00AD8E}">
      <dgm:prSet/>
      <dgm:spPr/>
      <dgm:t>
        <a:bodyPr/>
        <a:lstStyle/>
        <a:p>
          <a:endParaRPr lang="en-US"/>
        </a:p>
      </dgm:t>
    </dgm:pt>
    <dgm:pt modelId="{AC7EA6CC-4489-4A13-855C-4F4C1CBF4340}" type="pres">
      <dgm:prSet presAssocID="{84EC4FA3-A692-4D89-8422-4FA281DE2431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619297A-A541-46C5-87FC-FBDD1163FC73}" type="pres">
      <dgm:prSet presAssocID="{84EC4FA3-A692-4D89-8422-4FA281DE2431}" presName="matrix" presStyleCnt="0"/>
      <dgm:spPr/>
    </dgm:pt>
    <dgm:pt modelId="{85397BB7-782E-4577-8E1C-51BF8A101EBA}" type="pres">
      <dgm:prSet presAssocID="{84EC4FA3-A692-4D89-8422-4FA281DE2431}" presName="tile1" presStyleLbl="node1" presStyleIdx="0" presStyleCnt="4"/>
      <dgm:spPr/>
    </dgm:pt>
    <dgm:pt modelId="{F2F17506-60A2-4161-9582-74423E30E178}" type="pres">
      <dgm:prSet presAssocID="{84EC4FA3-A692-4D89-8422-4FA281DE2431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9DA970B-2620-401E-AF22-4CE5D23B11CF}" type="pres">
      <dgm:prSet presAssocID="{84EC4FA3-A692-4D89-8422-4FA281DE2431}" presName="tile2" presStyleLbl="node1" presStyleIdx="1" presStyleCnt="4"/>
      <dgm:spPr/>
    </dgm:pt>
    <dgm:pt modelId="{6937E7BA-2B4E-4DE1-AB4A-F2513F949754}" type="pres">
      <dgm:prSet presAssocID="{84EC4FA3-A692-4D89-8422-4FA281DE2431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53B4F43-97AA-407D-89BA-19A8F39A3AE3}" type="pres">
      <dgm:prSet presAssocID="{84EC4FA3-A692-4D89-8422-4FA281DE2431}" presName="tile3" presStyleLbl="node1" presStyleIdx="2" presStyleCnt="4"/>
      <dgm:spPr/>
    </dgm:pt>
    <dgm:pt modelId="{3EE77A29-FE7C-4E99-9034-B1A9D8A50840}" type="pres">
      <dgm:prSet presAssocID="{84EC4FA3-A692-4D89-8422-4FA281DE2431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26AD2D2-24B7-461F-BFBE-F01A810221DB}" type="pres">
      <dgm:prSet presAssocID="{84EC4FA3-A692-4D89-8422-4FA281DE2431}" presName="tile4" presStyleLbl="node1" presStyleIdx="3" presStyleCnt="4"/>
      <dgm:spPr/>
    </dgm:pt>
    <dgm:pt modelId="{3CC3BAC3-3984-4345-85E2-AF174729D2A2}" type="pres">
      <dgm:prSet presAssocID="{84EC4FA3-A692-4D89-8422-4FA281DE2431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0FC7112B-769C-4B16-8FAA-D7636E9314B9}" type="pres">
      <dgm:prSet presAssocID="{84EC4FA3-A692-4D89-8422-4FA281DE2431}" presName="centerTile" presStyleLbl="fgShp" presStyleIdx="0" presStyleCnt="1" custScaleX="187388" custScaleY="229577">
        <dgm:presLayoutVars>
          <dgm:chMax val="0"/>
          <dgm:chPref val="0"/>
        </dgm:presLayoutVars>
      </dgm:prSet>
      <dgm:spPr/>
    </dgm:pt>
  </dgm:ptLst>
  <dgm:cxnLst>
    <dgm:cxn modelId="{01F00904-1FD8-4E2D-A25B-6F7CBB28786E}" type="presOf" srcId="{ECA9B78D-5FFE-4419-AFAB-A92A283B4B5C}" destId="{F2F17506-60A2-4161-9582-74423E30E178}" srcOrd="1" destOrd="0" presId="urn:microsoft.com/office/officeart/2005/8/layout/matrix1"/>
    <dgm:cxn modelId="{9F6C380C-3861-40E6-BA3D-F2A6995CD167}" type="presOf" srcId="{84EC4FA3-A692-4D89-8422-4FA281DE2431}" destId="{AC7EA6CC-4489-4A13-855C-4F4C1CBF4340}" srcOrd="0" destOrd="0" presId="urn:microsoft.com/office/officeart/2005/8/layout/matrix1"/>
    <dgm:cxn modelId="{84DE5C1C-7E19-47A9-AD4C-B32DD25EA807}" srcId="{E1C220E9-BE95-49FD-A0FB-5ECF0C11FE24}" destId="{C9FF91CF-3847-46E7-ADDB-5ED111C72BFA}" srcOrd="2" destOrd="0" parTransId="{BF3DBC45-6B1B-41DB-AC3F-B1D731A77D29}" sibTransId="{200A2BF2-D293-41A5-B77B-08D9B5CAD83A}"/>
    <dgm:cxn modelId="{F955992B-6FAD-4162-BEB3-A90FC5A5BA03}" type="presOf" srcId="{C9FF91CF-3847-46E7-ADDB-5ED111C72BFA}" destId="{3EE77A29-FE7C-4E99-9034-B1A9D8A50840}" srcOrd="1" destOrd="0" presId="urn:microsoft.com/office/officeart/2005/8/layout/matrix1"/>
    <dgm:cxn modelId="{E10DE744-7B25-4B40-9ECD-A7544D2ED6A1}" srcId="{84EC4FA3-A692-4D89-8422-4FA281DE2431}" destId="{E1C220E9-BE95-49FD-A0FB-5ECF0C11FE24}" srcOrd="0" destOrd="0" parTransId="{6DA2DDDE-E7CD-4053-81FF-5B5941C207D1}" sibTransId="{EFE92BAB-9CCB-42CD-A049-134CD4D294DE}"/>
    <dgm:cxn modelId="{D811CE67-B3CB-44E2-823B-E0902D6D00E5}" type="presOf" srcId="{C9FF91CF-3847-46E7-ADDB-5ED111C72BFA}" destId="{153B4F43-97AA-407D-89BA-19A8F39A3AE3}" srcOrd="0" destOrd="0" presId="urn:microsoft.com/office/officeart/2005/8/layout/matrix1"/>
    <dgm:cxn modelId="{F9833468-5948-403D-87EA-6DC24FF882B9}" type="presOf" srcId="{6FD69F1A-FB88-4919-A306-AB82C559DA7E}" destId="{39DA970B-2620-401E-AF22-4CE5D23B11CF}" srcOrd="0" destOrd="0" presId="urn:microsoft.com/office/officeart/2005/8/layout/matrix1"/>
    <dgm:cxn modelId="{9219DF73-D84D-4F29-B39B-7C8DECE1FEF4}" type="presOf" srcId="{E1C220E9-BE95-49FD-A0FB-5ECF0C11FE24}" destId="{0FC7112B-769C-4B16-8FAA-D7636E9314B9}" srcOrd="0" destOrd="0" presId="urn:microsoft.com/office/officeart/2005/8/layout/matrix1"/>
    <dgm:cxn modelId="{B27DDA7B-97A7-48E3-8A77-0A891D00AD8E}" srcId="{E1C220E9-BE95-49FD-A0FB-5ECF0C11FE24}" destId="{D5C8873D-4E4B-40DB-9A14-6FC27573F9CC}" srcOrd="3" destOrd="0" parTransId="{BEBE1F6A-77BB-46A1-A58B-C8C3641BD6FA}" sibTransId="{27783257-27D6-42F3-B623-0CF4471B7471}"/>
    <dgm:cxn modelId="{245DD47E-5E47-4423-B16B-F42635459A83}" type="presOf" srcId="{ECA9B78D-5FFE-4419-AFAB-A92A283B4B5C}" destId="{85397BB7-782E-4577-8E1C-51BF8A101EBA}" srcOrd="0" destOrd="0" presId="urn:microsoft.com/office/officeart/2005/8/layout/matrix1"/>
    <dgm:cxn modelId="{CB1B0586-8892-41E0-B163-AC60FE0165FD}" type="presOf" srcId="{6FD69F1A-FB88-4919-A306-AB82C559DA7E}" destId="{6937E7BA-2B4E-4DE1-AB4A-F2513F949754}" srcOrd="1" destOrd="0" presId="urn:microsoft.com/office/officeart/2005/8/layout/matrix1"/>
    <dgm:cxn modelId="{A5674B99-8FDD-491F-AD32-04332ACB74A4}" srcId="{E1C220E9-BE95-49FD-A0FB-5ECF0C11FE24}" destId="{6FD69F1A-FB88-4919-A306-AB82C559DA7E}" srcOrd="1" destOrd="0" parTransId="{8F525191-5DDF-4983-9E58-A8D3213C8858}" sibTransId="{E28A06EC-8B82-4D1D-A531-AE7F1B43B93A}"/>
    <dgm:cxn modelId="{C07CC19A-D3CD-46D1-968C-A3FE23F7B346}" type="presOf" srcId="{D5C8873D-4E4B-40DB-9A14-6FC27573F9CC}" destId="{3CC3BAC3-3984-4345-85E2-AF174729D2A2}" srcOrd="1" destOrd="0" presId="urn:microsoft.com/office/officeart/2005/8/layout/matrix1"/>
    <dgm:cxn modelId="{4556F4AC-6829-4E24-84E4-76AFF1043E58}" srcId="{E1C220E9-BE95-49FD-A0FB-5ECF0C11FE24}" destId="{ECA9B78D-5FFE-4419-AFAB-A92A283B4B5C}" srcOrd="0" destOrd="0" parTransId="{B77925BB-DC20-49E0-93E2-CA0566875837}" sibTransId="{A94903F9-6DDD-47D9-84C5-93609BBAD811}"/>
    <dgm:cxn modelId="{5A4336BE-2E98-44C6-9185-D191CABE4864}" type="presOf" srcId="{D5C8873D-4E4B-40DB-9A14-6FC27573F9CC}" destId="{B26AD2D2-24B7-461F-BFBE-F01A810221DB}" srcOrd="0" destOrd="0" presId="urn:microsoft.com/office/officeart/2005/8/layout/matrix1"/>
    <dgm:cxn modelId="{4ACF8F55-D8A3-47FA-A655-A5D4FDDC1BEF}" type="presParOf" srcId="{AC7EA6CC-4489-4A13-855C-4F4C1CBF4340}" destId="{9619297A-A541-46C5-87FC-FBDD1163FC73}" srcOrd="0" destOrd="0" presId="urn:microsoft.com/office/officeart/2005/8/layout/matrix1"/>
    <dgm:cxn modelId="{2347659D-89B6-47CB-8BB9-892256D7A52F}" type="presParOf" srcId="{9619297A-A541-46C5-87FC-FBDD1163FC73}" destId="{85397BB7-782E-4577-8E1C-51BF8A101EBA}" srcOrd="0" destOrd="0" presId="urn:microsoft.com/office/officeart/2005/8/layout/matrix1"/>
    <dgm:cxn modelId="{6888490B-3FA9-42E4-AADF-F27BE33C5155}" type="presParOf" srcId="{9619297A-A541-46C5-87FC-FBDD1163FC73}" destId="{F2F17506-60A2-4161-9582-74423E30E178}" srcOrd="1" destOrd="0" presId="urn:microsoft.com/office/officeart/2005/8/layout/matrix1"/>
    <dgm:cxn modelId="{029CD723-E070-49B6-88DB-08E9E65BFEDF}" type="presParOf" srcId="{9619297A-A541-46C5-87FC-FBDD1163FC73}" destId="{39DA970B-2620-401E-AF22-4CE5D23B11CF}" srcOrd="2" destOrd="0" presId="urn:microsoft.com/office/officeart/2005/8/layout/matrix1"/>
    <dgm:cxn modelId="{3C562B04-3FBB-402A-B52D-7976835F66B8}" type="presParOf" srcId="{9619297A-A541-46C5-87FC-FBDD1163FC73}" destId="{6937E7BA-2B4E-4DE1-AB4A-F2513F949754}" srcOrd="3" destOrd="0" presId="urn:microsoft.com/office/officeart/2005/8/layout/matrix1"/>
    <dgm:cxn modelId="{3CC84989-AFE8-4D8C-8036-DA405D483144}" type="presParOf" srcId="{9619297A-A541-46C5-87FC-FBDD1163FC73}" destId="{153B4F43-97AA-407D-89BA-19A8F39A3AE3}" srcOrd="4" destOrd="0" presId="urn:microsoft.com/office/officeart/2005/8/layout/matrix1"/>
    <dgm:cxn modelId="{1F5C3230-F845-4568-A9A4-61643771EB29}" type="presParOf" srcId="{9619297A-A541-46C5-87FC-FBDD1163FC73}" destId="{3EE77A29-FE7C-4E99-9034-B1A9D8A50840}" srcOrd="5" destOrd="0" presId="urn:microsoft.com/office/officeart/2005/8/layout/matrix1"/>
    <dgm:cxn modelId="{95D766AD-F3BF-4D21-B65B-AA9FE3B0020E}" type="presParOf" srcId="{9619297A-A541-46C5-87FC-FBDD1163FC73}" destId="{B26AD2D2-24B7-461F-BFBE-F01A810221DB}" srcOrd="6" destOrd="0" presId="urn:microsoft.com/office/officeart/2005/8/layout/matrix1"/>
    <dgm:cxn modelId="{2B4EE25F-4B29-4681-9652-DEDA4C3D9365}" type="presParOf" srcId="{9619297A-A541-46C5-87FC-FBDD1163FC73}" destId="{3CC3BAC3-3984-4345-85E2-AF174729D2A2}" srcOrd="7" destOrd="0" presId="urn:microsoft.com/office/officeart/2005/8/layout/matrix1"/>
    <dgm:cxn modelId="{8325A6B1-412D-46A5-9AB2-493784A34658}" type="presParOf" srcId="{AC7EA6CC-4489-4A13-855C-4F4C1CBF4340}" destId="{0FC7112B-769C-4B16-8FAA-D7636E9314B9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C1B4237-DEAD-4083-AECF-DA95D49E4826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C3C112-499E-4F44-901D-0B53CBF956D9}">
      <dgm:prSet phldrT="[Texto]" phldr="0" custT="1"/>
      <dgm:spPr/>
      <dgm:t>
        <a:bodyPr/>
        <a:lstStyle/>
        <a:p>
          <a:r>
            <a:rPr lang="en-US" sz="1600" noProof="0" dirty="0"/>
            <a:t>We can use them with or with out noun</a:t>
          </a:r>
        </a:p>
      </dgm:t>
    </dgm:pt>
    <dgm:pt modelId="{B5204DA0-53FA-46B0-ABD4-258A1C9E03FA}" type="parTrans" cxnId="{88A89700-A6D6-4C07-BDA0-D68CF13A24EB}">
      <dgm:prSet/>
      <dgm:spPr/>
      <dgm:t>
        <a:bodyPr/>
        <a:lstStyle/>
        <a:p>
          <a:endParaRPr lang="en-US"/>
        </a:p>
      </dgm:t>
    </dgm:pt>
    <dgm:pt modelId="{9301F742-7447-4455-8853-1118268292CE}" type="sibTrans" cxnId="{88A89700-A6D6-4C07-BDA0-D68CF13A24EB}">
      <dgm:prSet/>
      <dgm:spPr/>
      <dgm:t>
        <a:bodyPr/>
        <a:lstStyle/>
        <a:p>
          <a:endParaRPr lang="en-US"/>
        </a:p>
      </dgm:t>
    </dgm:pt>
    <dgm:pt modelId="{00A8E91B-1064-479C-97E6-EFECE6140D00}">
      <dgm:prSet phldrT="[Texto]" phldr="0" custT="1"/>
      <dgm:spPr/>
      <dgm:t>
        <a:bodyPr/>
        <a:lstStyle/>
        <a:p>
          <a:r>
            <a:rPr lang="en-US" sz="1600" noProof="0" dirty="0"/>
            <a:t>I like </a:t>
          </a:r>
          <a:r>
            <a:rPr lang="en-US" sz="1600" b="1" i="1" noProof="0" dirty="0"/>
            <a:t>that </a:t>
          </a:r>
          <a:r>
            <a:rPr lang="en-US" sz="1600" b="1" i="1" u="sng" noProof="0" dirty="0"/>
            <a:t>table</a:t>
          </a:r>
          <a:r>
            <a:rPr lang="en-US" sz="1600" b="1" i="1" noProof="0" dirty="0"/>
            <a:t>.</a:t>
          </a:r>
        </a:p>
      </dgm:t>
    </dgm:pt>
    <dgm:pt modelId="{9005E41B-F5C4-4435-9948-34B6241609AE}" type="parTrans" cxnId="{B6987C57-2979-43F2-A812-F854F729DD7E}">
      <dgm:prSet/>
      <dgm:spPr/>
      <dgm:t>
        <a:bodyPr/>
        <a:lstStyle/>
        <a:p>
          <a:endParaRPr lang="en-US"/>
        </a:p>
      </dgm:t>
    </dgm:pt>
    <dgm:pt modelId="{C533457E-5101-4ADB-A578-0468C5DAD8F4}" type="sibTrans" cxnId="{B6987C57-2979-43F2-A812-F854F729DD7E}">
      <dgm:prSet/>
      <dgm:spPr/>
      <dgm:t>
        <a:bodyPr/>
        <a:lstStyle/>
        <a:p>
          <a:endParaRPr lang="en-US"/>
        </a:p>
      </dgm:t>
    </dgm:pt>
    <dgm:pt modelId="{5EBF00BE-C13C-4C29-AC6A-D9C93BEC3CC8}">
      <dgm:prSet phldrT="[Texto]" phldr="0" custT="1"/>
      <dgm:spPr/>
      <dgm:t>
        <a:bodyPr/>
        <a:lstStyle/>
        <a:p>
          <a:r>
            <a:rPr lang="en-US" sz="1600" noProof="0" dirty="0"/>
            <a:t>I don’t like </a:t>
          </a:r>
          <a:r>
            <a:rPr lang="en-US" sz="1600" b="1" i="1" noProof="0" dirty="0"/>
            <a:t>this</a:t>
          </a:r>
          <a:r>
            <a:rPr lang="en-US" sz="1600" noProof="0" dirty="0"/>
            <a:t>.</a:t>
          </a:r>
        </a:p>
      </dgm:t>
    </dgm:pt>
    <dgm:pt modelId="{77821B8D-0BA3-47B5-A282-5B87620DE974}" type="parTrans" cxnId="{84B26282-F884-4434-8720-3D82E3318F90}">
      <dgm:prSet/>
      <dgm:spPr/>
      <dgm:t>
        <a:bodyPr/>
        <a:lstStyle/>
        <a:p>
          <a:endParaRPr lang="en-US"/>
        </a:p>
      </dgm:t>
    </dgm:pt>
    <dgm:pt modelId="{5054B60E-B77C-470C-AF9E-E8D49941E433}" type="sibTrans" cxnId="{84B26282-F884-4434-8720-3D82E3318F90}">
      <dgm:prSet/>
      <dgm:spPr/>
      <dgm:t>
        <a:bodyPr/>
        <a:lstStyle/>
        <a:p>
          <a:endParaRPr lang="en-US"/>
        </a:p>
      </dgm:t>
    </dgm:pt>
    <dgm:pt modelId="{7BAD6A9C-64BA-4FDD-9232-3B2A3C30EAC7}">
      <dgm:prSet phldrT="[Texto]" phldr="0" custT="1"/>
      <dgm:spPr/>
      <dgm:t>
        <a:bodyPr/>
        <a:lstStyle/>
        <a:p>
          <a:r>
            <a:rPr lang="en-US" sz="1600" noProof="0" dirty="0"/>
            <a:t>We can use “one” to substitute an object in context.</a:t>
          </a:r>
        </a:p>
      </dgm:t>
    </dgm:pt>
    <dgm:pt modelId="{5EB95548-1C5A-4496-9E4F-B875DF68EC2F}" type="parTrans" cxnId="{20B0DF4F-3CA4-43A0-B165-AF08F58ECE19}">
      <dgm:prSet/>
      <dgm:spPr/>
      <dgm:t>
        <a:bodyPr/>
        <a:lstStyle/>
        <a:p>
          <a:endParaRPr lang="en-US"/>
        </a:p>
      </dgm:t>
    </dgm:pt>
    <dgm:pt modelId="{7C55D252-4D9F-49E9-AD5C-6915AB553089}" type="sibTrans" cxnId="{20B0DF4F-3CA4-43A0-B165-AF08F58ECE19}">
      <dgm:prSet/>
      <dgm:spPr/>
      <dgm:t>
        <a:bodyPr/>
        <a:lstStyle/>
        <a:p>
          <a:endParaRPr lang="en-US"/>
        </a:p>
      </dgm:t>
    </dgm:pt>
    <dgm:pt modelId="{ECD7B06D-14D0-426B-A512-26E57E46D22B}">
      <dgm:prSet phldrT="[Texto]" phldr="0" custT="1"/>
      <dgm:spPr/>
      <dgm:t>
        <a:bodyPr/>
        <a:lstStyle/>
        <a:p>
          <a:r>
            <a:rPr lang="en-US" sz="1600" noProof="0" dirty="0"/>
            <a:t>I don’t like </a:t>
          </a:r>
          <a:r>
            <a:rPr lang="en-US" sz="1600" b="1" noProof="0" dirty="0"/>
            <a:t>this </a:t>
          </a:r>
          <a:r>
            <a:rPr lang="en-US" sz="1600" b="1" u="sng" noProof="0" dirty="0"/>
            <a:t>chair</a:t>
          </a:r>
          <a:r>
            <a:rPr lang="en-US" sz="1600" noProof="0" dirty="0"/>
            <a:t>; I like </a:t>
          </a:r>
          <a:r>
            <a:rPr lang="en-US" sz="1600" b="1" noProof="0" dirty="0"/>
            <a:t>that</a:t>
          </a:r>
          <a:r>
            <a:rPr lang="en-US" sz="1600" noProof="0" dirty="0"/>
            <a:t> </a:t>
          </a:r>
          <a:r>
            <a:rPr lang="en-US" sz="1600" b="1" u="sng" noProof="0" dirty="0"/>
            <a:t>one</a:t>
          </a:r>
          <a:r>
            <a:rPr lang="en-US" sz="1600" noProof="0" dirty="0"/>
            <a:t>.</a:t>
          </a:r>
        </a:p>
      </dgm:t>
    </dgm:pt>
    <dgm:pt modelId="{E4BF8671-FD3E-461A-9A28-33209027D92D}" type="parTrans" cxnId="{43C5D7FE-AB41-4263-AF95-A31ACC218EF0}">
      <dgm:prSet/>
      <dgm:spPr/>
      <dgm:t>
        <a:bodyPr/>
        <a:lstStyle/>
        <a:p>
          <a:endParaRPr lang="en-US"/>
        </a:p>
      </dgm:t>
    </dgm:pt>
    <dgm:pt modelId="{B2E20C74-2BC0-4C54-9971-4DD770FF0289}" type="sibTrans" cxnId="{43C5D7FE-AB41-4263-AF95-A31ACC218EF0}">
      <dgm:prSet/>
      <dgm:spPr/>
      <dgm:t>
        <a:bodyPr/>
        <a:lstStyle/>
        <a:p>
          <a:endParaRPr lang="en-US"/>
        </a:p>
      </dgm:t>
    </dgm:pt>
    <dgm:pt modelId="{E7FD4DAA-0F07-4788-BE20-475C645AF43B}">
      <dgm:prSet phldrT="[Texto]" phldr="0" custT="1"/>
      <dgm:spPr/>
      <dgm:t>
        <a:bodyPr/>
        <a:lstStyle/>
        <a:p>
          <a:r>
            <a:rPr lang="en-US" sz="1600" noProof="0" dirty="0"/>
            <a:t>We can use “ones” to substitute plural objects in context</a:t>
          </a:r>
        </a:p>
      </dgm:t>
    </dgm:pt>
    <dgm:pt modelId="{355EEE83-F954-4FF5-99EA-07F02D66AD9F}" type="parTrans" cxnId="{A280A57D-CF42-49D7-9389-92EC03A01EFD}">
      <dgm:prSet/>
      <dgm:spPr/>
      <dgm:t>
        <a:bodyPr/>
        <a:lstStyle/>
        <a:p>
          <a:endParaRPr lang="en-US"/>
        </a:p>
      </dgm:t>
    </dgm:pt>
    <dgm:pt modelId="{ADF02F56-8EE6-48F1-A14D-18F359C8FFF0}" type="sibTrans" cxnId="{A280A57D-CF42-49D7-9389-92EC03A01EFD}">
      <dgm:prSet/>
      <dgm:spPr/>
      <dgm:t>
        <a:bodyPr/>
        <a:lstStyle/>
        <a:p>
          <a:endParaRPr lang="en-US"/>
        </a:p>
      </dgm:t>
    </dgm:pt>
    <dgm:pt modelId="{C8DD97BA-A8F3-42DE-8C9A-1807C21E8FBA}">
      <dgm:prSet phldrT="[Texto]" phldr="0" custT="1"/>
      <dgm:spPr/>
      <dgm:t>
        <a:bodyPr/>
        <a:lstStyle/>
        <a:p>
          <a:r>
            <a:rPr lang="en-US" sz="1600" noProof="0" dirty="0"/>
            <a:t>I love </a:t>
          </a:r>
          <a:r>
            <a:rPr lang="en-US" sz="1600" b="1" noProof="0" dirty="0"/>
            <a:t>those </a:t>
          </a:r>
          <a:r>
            <a:rPr lang="en-US" sz="1600" b="1" u="sng" noProof="0" dirty="0"/>
            <a:t>books</a:t>
          </a:r>
          <a:r>
            <a:rPr lang="en-US" sz="1600" noProof="0" dirty="0"/>
            <a:t>; but </a:t>
          </a:r>
          <a:r>
            <a:rPr lang="en-US" sz="1600" b="1" noProof="0" dirty="0"/>
            <a:t>these </a:t>
          </a:r>
          <a:r>
            <a:rPr lang="en-US" sz="1600" b="1" u="sng" noProof="0" dirty="0"/>
            <a:t>ones</a:t>
          </a:r>
          <a:r>
            <a:rPr lang="en-US" sz="1600" b="1" noProof="0" dirty="0"/>
            <a:t> </a:t>
          </a:r>
          <a:r>
            <a:rPr lang="en-US" sz="1600" noProof="0" dirty="0"/>
            <a:t>are awesome.</a:t>
          </a:r>
        </a:p>
      </dgm:t>
    </dgm:pt>
    <dgm:pt modelId="{B53C3D31-66BB-4F93-8EF8-108BA23A3AEC}" type="parTrans" cxnId="{BB7A7895-C7FD-4EA2-9054-287CC52D7BCC}">
      <dgm:prSet/>
      <dgm:spPr/>
      <dgm:t>
        <a:bodyPr/>
        <a:lstStyle/>
        <a:p>
          <a:endParaRPr lang="en-US"/>
        </a:p>
      </dgm:t>
    </dgm:pt>
    <dgm:pt modelId="{380E3DD1-1513-4E45-BFB7-750E298B4FB1}" type="sibTrans" cxnId="{BB7A7895-C7FD-4EA2-9054-287CC52D7BCC}">
      <dgm:prSet/>
      <dgm:spPr/>
      <dgm:t>
        <a:bodyPr/>
        <a:lstStyle/>
        <a:p>
          <a:endParaRPr lang="en-US"/>
        </a:p>
      </dgm:t>
    </dgm:pt>
    <dgm:pt modelId="{37EA88A3-90CF-4229-AB36-585893316896}" type="pres">
      <dgm:prSet presAssocID="{7C1B4237-DEAD-4083-AECF-DA95D49E4826}" presName="Name0" presStyleCnt="0">
        <dgm:presLayoutVars>
          <dgm:dir/>
          <dgm:animLvl val="lvl"/>
          <dgm:resizeHandles val="exact"/>
        </dgm:presLayoutVars>
      </dgm:prSet>
      <dgm:spPr/>
    </dgm:pt>
    <dgm:pt modelId="{8593F34F-4013-4610-B20B-D535ABDBADA0}" type="pres">
      <dgm:prSet presAssocID="{F5C3C112-499E-4F44-901D-0B53CBF956D9}" presName="composite" presStyleCnt="0"/>
      <dgm:spPr/>
    </dgm:pt>
    <dgm:pt modelId="{1D69A156-AD35-4247-AA78-83B0DEA195EF}" type="pres">
      <dgm:prSet presAssocID="{F5C3C112-499E-4F44-901D-0B53CBF956D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70FB329-E9C8-429A-A0A9-511B4628D121}" type="pres">
      <dgm:prSet presAssocID="{F5C3C112-499E-4F44-901D-0B53CBF956D9}" presName="desTx" presStyleLbl="alignAccFollowNode1" presStyleIdx="0" presStyleCnt="3">
        <dgm:presLayoutVars>
          <dgm:bulletEnabled val="1"/>
        </dgm:presLayoutVars>
      </dgm:prSet>
      <dgm:spPr/>
    </dgm:pt>
    <dgm:pt modelId="{D29745CB-AC2B-4B86-ABF9-53628B9E7FE7}" type="pres">
      <dgm:prSet presAssocID="{9301F742-7447-4455-8853-1118268292CE}" presName="space" presStyleCnt="0"/>
      <dgm:spPr/>
    </dgm:pt>
    <dgm:pt modelId="{57112C32-8C45-4966-A11D-13ABFC4987B7}" type="pres">
      <dgm:prSet presAssocID="{7BAD6A9C-64BA-4FDD-9232-3B2A3C30EAC7}" presName="composite" presStyleCnt="0"/>
      <dgm:spPr/>
    </dgm:pt>
    <dgm:pt modelId="{6582632F-14A3-4BC2-AC0D-5744A295F7AB}" type="pres">
      <dgm:prSet presAssocID="{7BAD6A9C-64BA-4FDD-9232-3B2A3C30EAC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0B4DDF4-7962-4025-B6D2-8B541F980C14}" type="pres">
      <dgm:prSet presAssocID="{7BAD6A9C-64BA-4FDD-9232-3B2A3C30EAC7}" presName="desTx" presStyleLbl="alignAccFollowNode1" presStyleIdx="1" presStyleCnt="3">
        <dgm:presLayoutVars>
          <dgm:bulletEnabled val="1"/>
        </dgm:presLayoutVars>
      </dgm:prSet>
      <dgm:spPr/>
    </dgm:pt>
    <dgm:pt modelId="{CC02C044-96B7-4218-9051-167FEC2737AB}" type="pres">
      <dgm:prSet presAssocID="{7C55D252-4D9F-49E9-AD5C-6915AB553089}" presName="space" presStyleCnt="0"/>
      <dgm:spPr/>
    </dgm:pt>
    <dgm:pt modelId="{ED94C345-51E2-4115-859A-53322A8BE513}" type="pres">
      <dgm:prSet presAssocID="{E7FD4DAA-0F07-4788-BE20-475C645AF43B}" presName="composite" presStyleCnt="0"/>
      <dgm:spPr/>
    </dgm:pt>
    <dgm:pt modelId="{FC5C84D6-C3AF-4F1A-BAFD-7A6A9B7C63D0}" type="pres">
      <dgm:prSet presAssocID="{E7FD4DAA-0F07-4788-BE20-475C645AF43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52F2F8B-C33F-4040-96B8-4AD38A261BFA}" type="pres">
      <dgm:prSet presAssocID="{E7FD4DAA-0F07-4788-BE20-475C645AF43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88A89700-A6D6-4C07-BDA0-D68CF13A24EB}" srcId="{7C1B4237-DEAD-4083-AECF-DA95D49E4826}" destId="{F5C3C112-499E-4F44-901D-0B53CBF956D9}" srcOrd="0" destOrd="0" parTransId="{B5204DA0-53FA-46B0-ABD4-258A1C9E03FA}" sibTransId="{9301F742-7447-4455-8853-1118268292CE}"/>
    <dgm:cxn modelId="{734CE80D-C15D-4A5D-BFF5-DA754F29EF3E}" type="presOf" srcId="{F5C3C112-499E-4F44-901D-0B53CBF956D9}" destId="{1D69A156-AD35-4247-AA78-83B0DEA195EF}" srcOrd="0" destOrd="0" presId="urn:microsoft.com/office/officeart/2005/8/layout/hList1"/>
    <dgm:cxn modelId="{436A5F3C-FFA3-4BFA-9D03-EC122FE358A8}" type="presOf" srcId="{ECD7B06D-14D0-426B-A512-26E57E46D22B}" destId="{50B4DDF4-7962-4025-B6D2-8B541F980C14}" srcOrd="0" destOrd="0" presId="urn:microsoft.com/office/officeart/2005/8/layout/hList1"/>
    <dgm:cxn modelId="{A36EDC42-EF28-4B5B-AF8C-D8C2618295C7}" type="presOf" srcId="{7C1B4237-DEAD-4083-AECF-DA95D49E4826}" destId="{37EA88A3-90CF-4229-AB36-585893316896}" srcOrd="0" destOrd="0" presId="urn:microsoft.com/office/officeart/2005/8/layout/hList1"/>
    <dgm:cxn modelId="{4337284D-488D-4B12-BF84-D2D1B29BBBE8}" type="presOf" srcId="{00A8E91B-1064-479C-97E6-EFECE6140D00}" destId="{B70FB329-E9C8-429A-A0A9-511B4628D121}" srcOrd="0" destOrd="0" presId="urn:microsoft.com/office/officeart/2005/8/layout/hList1"/>
    <dgm:cxn modelId="{20B0DF4F-3CA4-43A0-B165-AF08F58ECE19}" srcId="{7C1B4237-DEAD-4083-AECF-DA95D49E4826}" destId="{7BAD6A9C-64BA-4FDD-9232-3B2A3C30EAC7}" srcOrd="1" destOrd="0" parTransId="{5EB95548-1C5A-4496-9E4F-B875DF68EC2F}" sibTransId="{7C55D252-4D9F-49E9-AD5C-6915AB553089}"/>
    <dgm:cxn modelId="{B6987C57-2979-43F2-A812-F854F729DD7E}" srcId="{F5C3C112-499E-4F44-901D-0B53CBF956D9}" destId="{00A8E91B-1064-479C-97E6-EFECE6140D00}" srcOrd="0" destOrd="0" parTransId="{9005E41B-F5C4-4435-9948-34B6241609AE}" sibTransId="{C533457E-5101-4ADB-A578-0468C5DAD8F4}"/>
    <dgm:cxn modelId="{A280A57D-CF42-49D7-9389-92EC03A01EFD}" srcId="{7C1B4237-DEAD-4083-AECF-DA95D49E4826}" destId="{E7FD4DAA-0F07-4788-BE20-475C645AF43B}" srcOrd="2" destOrd="0" parTransId="{355EEE83-F954-4FF5-99EA-07F02D66AD9F}" sibTransId="{ADF02F56-8EE6-48F1-A14D-18F359C8FFF0}"/>
    <dgm:cxn modelId="{84B26282-F884-4434-8720-3D82E3318F90}" srcId="{F5C3C112-499E-4F44-901D-0B53CBF956D9}" destId="{5EBF00BE-C13C-4C29-AC6A-D9C93BEC3CC8}" srcOrd="1" destOrd="0" parTransId="{77821B8D-0BA3-47B5-A282-5B87620DE974}" sibTransId="{5054B60E-B77C-470C-AF9E-E8D49941E433}"/>
    <dgm:cxn modelId="{BB7A7895-C7FD-4EA2-9054-287CC52D7BCC}" srcId="{E7FD4DAA-0F07-4788-BE20-475C645AF43B}" destId="{C8DD97BA-A8F3-42DE-8C9A-1807C21E8FBA}" srcOrd="0" destOrd="0" parTransId="{B53C3D31-66BB-4F93-8EF8-108BA23A3AEC}" sibTransId="{380E3DD1-1513-4E45-BFB7-750E298B4FB1}"/>
    <dgm:cxn modelId="{BD6D5E9F-2BE0-4187-A8D5-AA1131DD32B1}" type="presOf" srcId="{7BAD6A9C-64BA-4FDD-9232-3B2A3C30EAC7}" destId="{6582632F-14A3-4BC2-AC0D-5744A295F7AB}" srcOrd="0" destOrd="0" presId="urn:microsoft.com/office/officeart/2005/8/layout/hList1"/>
    <dgm:cxn modelId="{671319C1-BC20-44CE-AD13-9174E5412737}" type="presOf" srcId="{C8DD97BA-A8F3-42DE-8C9A-1807C21E8FBA}" destId="{152F2F8B-C33F-4040-96B8-4AD38A261BFA}" srcOrd="0" destOrd="0" presId="urn:microsoft.com/office/officeart/2005/8/layout/hList1"/>
    <dgm:cxn modelId="{59EC07C4-8575-4829-84AF-26648BEC9387}" type="presOf" srcId="{5EBF00BE-C13C-4C29-AC6A-D9C93BEC3CC8}" destId="{B70FB329-E9C8-429A-A0A9-511B4628D121}" srcOrd="0" destOrd="1" presId="urn:microsoft.com/office/officeart/2005/8/layout/hList1"/>
    <dgm:cxn modelId="{7A3589C4-5AF5-407D-AD5C-A395569140E1}" type="presOf" srcId="{E7FD4DAA-0F07-4788-BE20-475C645AF43B}" destId="{FC5C84D6-C3AF-4F1A-BAFD-7A6A9B7C63D0}" srcOrd="0" destOrd="0" presId="urn:microsoft.com/office/officeart/2005/8/layout/hList1"/>
    <dgm:cxn modelId="{43C5D7FE-AB41-4263-AF95-A31ACC218EF0}" srcId="{7BAD6A9C-64BA-4FDD-9232-3B2A3C30EAC7}" destId="{ECD7B06D-14D0-426B-A512-26E57E46D22B}" srcOrd="0" destOrd="0" parTransId="{E4BF8671-FD3E-461A-9A28-33209027D92D}" sibTransId="{B2E20C74-2BC0-4C54-9971-4DD770FF0289}"/>
    <dgm:cxn modelId="{8CAC3AF7-B9BD-44F7-8643-8A3E15099065}" type="presParOf" srcId="{37EA88A3-90CF-4229-AB36-585893316896}" destId="{8593F34F-4013-4610-B20B-D535ABDBADA0}" srcOrd="0" destOrd="0" presId="urn:microsoft.com/office/officeart/2005/8/layout/hList1"/>
    <dgm:cxn modelId="{05F6B8B1-0D78-4213-BA0D-E7D38614E96E}" type="presParOf" srcId="{8593F34F-4013-4610-B20B-D535ABDBADA0}" destId="{1D69A156-AD35-4247-AA78-83B0DEA195EF}" srcOrd="0" destOrd="0" presId="urn:microsoft.com/office/officeart/2005/8/layout/hList1"/>
    <dgm:cxn modelId="{8D9AC3D6-B01A-4B36-BAA8-39FDE93901F9}" type="presParOf" srcId="{8593F34F-4013-4610-B20B-D535ABDBADA0}" destId="{B70FB329-E9C8-429A-A0A9-511B4628D121}" srcOrd="1" destOrd="0" presId="urn:microsoft.com/office/officeart/2005/8/layout/hList1"/>
    <dgm:cxn modelId="{6023614B-6F52-4EF4-ABFD-D44E72DD30F6}" type="presParOf" srcId="{37EA88A3-90CF-4229-AB36-585893316896}" destId="{D29745CB-AC2B-4B86-ABF9-53628B9E7FE7}" srcOrd="1" destOrd="0" presId="urn:microsoft.com/office/officeart/2005/8/layout/hList1"/>
    <dgm:cxn modelId="{EBAF740F-A09B-4ACE-918A-08628C76C6D1}" type="presParOf" srcId="{37EA88A3-90CF-4229-AB36-585893316896}" destId="{57112C32-8C45-4966-A11D-13ABFC4987B7}" srcOrd="2" destOrd="0" presId="urn:microsoft.com/office/officeart/2005/8/layout/hList1"/>
    <dgm:cxn modelId="{C6FBB021-0C49-4966-AF74-0DF0329C2DDF}" type="presParOf" srcId="{57112C32-8C45-4966-A11D-13ABFC4987B7}" destId="{6582632F-14A3-4BC2-AC0D-5744A295F7AB}" srcOrd="0" destOrd="0" presId="urn:microsoft.com/office/officeart/2005/8/layout/hList1"/>
    <dgm:cxn modelId="{2F6C8AF7-934F-4134-A7E7-E5189F98526B}" type="presParOf" srcId="{57112C32-8C45-4966-A11D-13ABFC4987B7}" destId="{50B4DDF4-7962-4025-B6D2-8B541F980C14}" srcOrd="1" destOrd="0" presId="urn:microsoft.com/office/officeart/2005/8/layout/hList1"/>
    <dgm:cxn modelId="{7DAADA42-294F-4C06-81C3-7728BBEAB4B8}" type="presParOf" srcId="{37EA88A3-90CF-4229-AB36-585893316896}" destId="{CC02C044-96B7-4218-9051-167FEC2737AB}" srcOrd="3" destOrd="0" presId="urn:microsoft.com/office/officeart/2005/8/layout/hList1"/>
    <dgm:cxn modelId="{69757D50-0EAF-4A75-9A33-B2ACF62F5219}" type="presParOf" srcId="{37EA88A3-90CF-4229-AB36-585893316896}" destId="{ED94C345-51E2-4115-859A-53322A8BE513}" srcOrd="4" destOrd="0" presId="urn:microsoft.com/office/officeart/2005/8/layout/hList1"/>
    <dgm:cxn modelId="{68D47BAF-2D27-4CC3-9770-0D14896A3F21}" type="presParOf" srcId="{ED94C345-51E2-4115-859A-53322A8BE513}" destId="{FC5C84D6-C3AF-4F1A-BAFD-7A6A9B7C63D0}" srcOrd="0" destOrd="0" presId="urn:microsoft.com/office/officeart/2005/8/layout/hList1"/>
    <dgm:cxn modelId="{2FDD351C-1770-4434-AB66-A1370801C467}" type="presParOf" srcId="{ED94C345-51E2-4115-859A-53322A8BE513}" destId="{152F2F8B-C33F-4040-96B8-4AD38A261BF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9D66E-E6D8-47C3-A358-1B6A437993AA}">
      <dsp:nvSpPr>
        <dsp:cNvPr id="0" name=""/>
        <dsp:cNvSpPr/>
      </dsp:nvSpPr>
      <dsp:spPr>
        <a:xfrm>
          <a:off x="450903" y="2107"/>
          <a:ext cx="1248920" cy="5219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Subject</a:t>
          </a:r>
        </a:p>
      </dsp:txBody>
      <dsp:txXfrm>
        <a:off x="466191" y="17395"/>
        <a:ext cx="1218344" cy="491390"/>
      </dsp:txXfrm>
    </dsp:sp>
    <dsp:sp modelId="{A5434FC1-E0D7-42EC-A3B2-4E02DB61F578}">
      <dsp:nvSpPr>
        <dsp:cNvPr id="0" name=""/>
        <dsp:cNvSpPr/>
      </dsp:nvSpPr>
      <dsp:spPr>
        <a:xfrm rot="5400000">
          <a:off x="1029691" y="569746"/>
          <a:ext cx="91344" cy="9134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934D82-0EF9-4A8A-8848-C8E1552C774C}">
      <dsp:nvSpPr>
        <dsp:cNvPr id="0" name=""/>
        <dsp:cNvSpPr/>
      </dsp:nvSpPr>
      <dsp:spPr>
        <a:xfrm>
          <a:off x="450903" y="706762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</a:t>
          </a:r>
        </a:p>
      </dsp:txBody>
      <dsp:txXfrm>
        <a:off x="466191" y="722050"/>
        <a:ext cx="1218344" cy="491390"/>
      </dsp:txXfrm>
    </dsp:sp>
    <dsp:sp modelId="{F15C0168-52AC-4A41-BDEF-F250F82109A5}">
      <dsp:nvSpPr>
        <dsp:cNvPr id="0" name=""/>
        <dsp:cNvSpPr/>
      </dsp:nvSpPr>
      <dsp:spPr>
        <a:xfrm rot="5400000">
          <a:off x="1029691" y="1274401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814C4-DCBC-4DDF-8CF5-F48407274C08}">
      <dsp:nvSpPr>
        <dsp:cNvPr id="0" name=""/>
        <dsp:cNvSpPr/>
      </dsp:nvSpPr>
      <dsp:spPr>
        <a:xfrm>
          <a:off x="450903" y="1411417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You</a:t>
          </a:r>
        </a:p>
      </dsp:txBody>
      <dsp:txXfrm>
        <a:off x="466191" y="1426705"/>
        <a:ext cx="1218344" cy="491390"/>
      </dsp:txXfrm>
    </dsp:sp>
    <dsp:sp modelId="{BA71DD88-B1F2-4A92-AD63-0A992D0D0810}">
      <dsp:nvSpPr>
        <dsp:cNvPr id="0" name=""/>
        <dsp:cNvSpPr/>
      </dsp:nvSpPr>
      <dsp:spPr>
        <a:xfrm rot="5400000">
          <a:off x="1029691" y="1979056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585E81-AD17-4257-AFE9-60B4A11FE0DA}">
      <dsp:nvSpPr>
        <dsp:cNvPr id="0" name=""/>
        <dsp:cNvSpPr/>
      </dsp:nvSpPr>
      <dsp:spPr>
        <a:xfrm>
          <a:off x="450903" y="2116072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He</a:t>
          </a:r>
        </a:p>
      </dsp:txBody>
      <dsp:txXfrm>
        <a:off x="466191" y="2131360"/>
        <a:ext cx="1218344" cy="491390"/>
      </dsp:txXfrm>
    </dsp:sp>
    <dsp:sp modelId="{644A898D-19DD-435D-A9E7-8BDC6DA58D8C}">
      <dsp:nvSpPr>
        <dsp:cNvPr id="0" name=""/>
        <dsp:cNvSpPr/>
      </dsp:nvSpPr>
      <dsp:spPr>
        <a:xfrm rot="5400000">
          <a:off x="1029691" y="2683711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BBD16C-212C-4860-AB87-1A7A7E0A95DD}">
      <dsp:nvSpPr>
        <dsp:cNvPr id="0" name=""/>
        <dsp:cNvSpPr/>
      </dsp:nvSpPr>
      <dsp:spPr>
        <a:xfrm>
          <a:off x="450903" y="2820728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She</a:t>
          </a:r>
        </a:p>
      </dsp:txBody>
      <dsp:txXfrm>
        <a:off x="466191" y="2836016"/>
        <a:ext cx="1218344" cy="491390"/>
      </dsp:txXfrm>
    </dsp:sp>
    <dsp:sp modelId="{1932DB29-1943-4D70-8BE7-E1FB5167CBA1}">
      <dsp:nvSpPr>
        <dsp:cNvPr id="0" name=""/>
        <dsp:cNvSpPr/>
      </dsp:nvSpPr>
      <dsp:spPr>
        <a:xfrm rot="5400000">
          <a:off x="1029691" y="3388367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2FE5C8-1893-442F-A14F-F34173CB198E}">
      <dsp:nvSpPr>
        <dsp:cNvPr id="0" name=""/>
        <dsp:cNvSpPr/>
      </dsp:nvSpPr>
      <dsp:spPr>
        <a:xfrm>
          <a:off x="450903" y="3525383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It</a:t>
          </a:r>
        </a:p>
      </dsp:txBody>
      <dsp:txXfrm>
        <a:off x="466191" y="3540671"/>
        <a:ext cx="1218344" cy="491390"/>
      </dsp:txXfrm>
    </dsp:sp>
    <dsp:sp modelId="{109F74AB-DF5A-4DE5-8068-EABDE56709EA}">
      <dsp:nvSpPr>
        <dsp:cNvPr id="0" name=""/>
        <dsp:cNvSpPr/>
      </dsp:nvSpPr>
      <dsp:spPr>
        <a:xfrm rot="5400000">
          <a:off x="1029691" y="4093022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D05A51-2163-4CB8-B884-A146C062D8B8}">
      <dsp:nvSpPr>
        <dsp:cNvPr id="0" name=""/>
        <dsp:cNvSpPr/>
      </dsp:nvSpPr>
      <dsp:spPr>
        <a:xfrm>
          <a:off x="450903" y="4230038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We</a:t>
          </a:r>
        </a:p>
      </dsp:txBody>
      <dsp:txXfrm>
        <a:off x="466191" y="4245326"/>
        <a:ext cx="1218344" cy="491390"/>
      </dsp:txXfrm>
    </dsp:sp>
    <dsp:sp modelId="{0DE60DAA-23B7-46F7-88F4-FA9DD7B8EAA7}">
      <dsp:nvSpPr>
        <dsp:cNvPr id="0" name=""/>
        <dsp:cNvSpPr/>
      </dsp:nvSpPr>
      <dsp:spPr>
        <a:xfrm rot="5400000">
          <a:off x="1029691" y="4797677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6E4098-45CD-4571-B28B-2A6ECB93792D}">
      <dsp:nvSpPr>
        <dsp:cNvPr id="0" name=""/>
        <dsp:cNvSpPr/>
      </dsp:nvSpPr>
      <dsp:spPr>
        <a:xfrm>
          <a:off x="450903" y="4934694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You</a:t>
          </a:r>
        </a:p>
      </dsp:txBody>
      <dsp:txXfrm>
        <a:off x="466191" y="4949982"/>
        <a:ext cx="1218344" cy="491390"/>
      </dsp:txXfrm>
    </dsp:sp>
    <dsp:sp modelId="{8DCBE9C8-F60F-48B5-8633-3DCBE709E995}">
      <dsp:nvSpPr>
        <dsp:cNvPr id="0" name=""/>
        <dsp:cNvSpPr/>
      </dsp:nvSpPr>
      <dsp:spPr>
        <a:xfrm rot="5400000">
          <a:off x="1029692" y="5502332"/>
          <a:ext cx="91343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001CEB-11D9-47E7-83B0-7674C4AA8E39}">
      <dsp:nvSpPr>
        <dsp:cNvPr id="0" name=""/>
        <dsp:cNvSpPr/>
      </dsp:nvSpPr>
      <dsp:spPr>
        <a:xfrm>
          <a:off x="450903" y="5639348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They</a:t>
          </a:r>
        </a:p>
      </dsp:txBody>
      <dsp:txXfrm>
        <a:off x="466191" y="5654636"/>
        <a:ext cx="1218344" cy="491390"/>
      </dsp:txXfrm>
    </dsp:sp>
    <dsp:sp modelId="{46609292-F869-4BB6-8978-6D44D7D6BF72}">
      <dsp:nvSpPr>
        <dsp:cNvPr id="0" name=""/>
        <dsp:cNvSpPr/>
      </dsp:nvSpPr>
      <dsp:spPr>
        <a:xfrm>
          <a:off x="3671898" y="0"/>
          <a:ext cx="1248920" cy="5219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Possessive Adjective</a:t>
          </a:r>
        </a:p>
      </dsp:txBody>
      <dsp:txXfrm>
        <a:off x="3687186" y="15288"/>
        <a:ext cx="1218344" cy="491390"/>
      </dsp:txXfrm>
    </dsp:sp>
    <dsp:sp modelId="{5FCC2974-A824-439E-9180-8798A2385AFC}">
      <dsp:nvSpPr>
        <dsp:cNvPr id="0" name=""/>
        <dsp:cNvSpPr/>
      </dsp:nvSpPr>
      <dsp:spPr>
        <a:xfrm rot="5400000">
          <a:off x="4256595" y="555822"/>
          <a:ext cx="79527" cy="9134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B82A7B-FE63-4256-B46C-827E8FEAB082}">
      <dsp:nvSpPr>
        <dsp:cNvPr id="0" name=""/>
        <dsp:cNvSpPr/>
      </dsp:nvSpPr>
      <dsp:spPr>
        <a:xfrm>
          <a:off x="3671898" y="681021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My</a:t>
          </a:r>
        </a:p>
      </dsp:txBody>
      <dsp:txXfrm>
        <a:off x="3687186" y="696309"/>
        <a:ext cx="1218344" cy="491390"/>
      </dsp:txXfrm>
    </dsp:sp>
    <dsp:sp modelId="{FE9133AE-4DDE-492F-AD62-128CFBBD76B3}">
      <dsp:nvSpPr>
        <dsp:cNvPr id="0" name=""/>
        <dsp:cNvSpPr/>
      </dsp:nvSpPr>
      <dsp:spPr>
        <a:xfrm rot="5400000">
          <a:off x="4250686" y="1248660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4CE390-C153-4613-893F-17C35B5464B3}">
      <dsp:nvSpPr>
        <dsp:cNvPr id="0" name=""/>
        <dsp:cNvSpPr/>
      </dsp:nvSpPr>
      <dsp:spPr>
        <a:xfrm>
          <a:off x="3671898" y="1385676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Your</a:t>
          </a:r>
        </a:p>
      </dsp:txBody>
      <dsp:txXfrm>
        <a:off x="3687186" y="1400964"/>
        <a:ext cx="1218344" cy="491390"/>
      </dsp:txXfrm>
    </dsp:sp>
    <dsp:sp modelId="{D5B92D52-EE3F-4112-B3E3-B0041B65FA48}">
      <dsp:nvSpPr>
        <dsp:cNvPr id="0" name=""/>
        <dsp:cNvSpPr/>
      </dsp:nvSpPr>
      <dsp:spPr>
        <a:xfrm rot="5400000">
          <a:off x="4250686" y="1953315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155A43-A718-4615-BF37-CC90B1CE7F7B}">
      <dsp:nvSpPr>
        <dsp:cNvPr id="0" name=""/>
        <dsp:cNvSpPr/>
      </dsp:nvSpPr>
      <dsp:spPr>
        <a:xfrm>
          <a:off x="3671898" y="2090332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His</a:t>
          </a:r>
        </a:p>
      </dsp:txBody>
      <dsp:txXfrm>
        <a:off x="3687186" y="2105620"/>
        <a:ext cx="1218344" cy="491390"/>
      </dsp:txXfrm>
    </dsp:sp>
    <dsp:sp modelId="{C51AEB3F-8829-4660-8D8A-C5A37024A61E}">
      <dsp:nvSpPr>
        <dsp:cNvPr id="0" name=""/>
        <dsp:cNvSpPr/>
      </dsp:nvSpPr>
      <dsp:spPr>
        <a:xfrm rot="5400000">
          <a:off x="4250686" y="2657971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50F2C3-398C-4BC7-B7A2-C4CC1B555BCB}">
      <dsp:nvSpPr>
        <dsp:cNvPr id="0" name=""/>
        <dsp:cNvSpPr/>
      </dsp:nvSpPr>
      <dsp:spPr>
        <a:xfrm>
          <a:off x="3671898" y="2794987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Her</a:t>
          </a:r>
        </a:p>
      </dsp:txBody>
      <dsp:txXfrm>
        <a:off x="3687186" y="2810275"/>
        <a:ext cx="1218344" cy="491390"/>
      </dsp:txXfrm>
    </dsp:sp>
    <dsp:sp modelId="{21863CFF-A123-454D-B16C-EFDAF0509C48}">
      <dsp:nvSpPr>
        <dsp:cNvPr id="0" name=""/>
        <dsp:cNvSpPr/>
      </dsp:nvSpPr>
      <dsp:spPr>
        <a:xfrm rot="5400000">
          <a:off x="4250686" y="3362626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E3BCFC-AB4B-410D-AA5B-284362535FAD}">
      <dsp:nvSpPr>
        <dsp:cNvPr id="0" name=""/>
        <dsp:cNvSpPr/>
      </dsp:nvSpPr>
      <dsp:spPr>
        <a:xfrm>
          <a:off x="3671898" y="3499642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Its</a:t>
          </a:r>
        </a:p>
      </dsp:txBody>
      <dsp:txXfrm>
        <a:off x="3687186" y="3514930"/>
        <a:ext cx="1218344" cy="491390"/>
      </dsp:txXfrm>
    </dsp:sp>
    <dsp:sp modelId="{7EAA9D4E-BD93-49E0-A4A0-5B1412860A1E}">
      <dsp:nvSpPr>
        <dsp:cNvPr id="0" name=""/>
        <dsp:cNvSpPr/>
      </dsp:nvSpPr>
      <dsp:spPr>
        <a:xfrm rot="5400000">
          <a:off x="4250686" y="4067281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9FBA11-5557-43FA-93F8-4D87E9C2B4F0}">
      <dsp:nvSpPr>
        <dsp:cNvPr id="0" name=""/>
        <dsp:cNvSpPr/>
      </dsp:nvSpPr>
      <dsp:spPr>
        <a:xfrm>
          <a:off x="3671898" y="4204297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Our</a:t>
          </a:r>
        </a:p>
      </dsp:txBody>
      <dsp:txXfrm>
        <a:off x="3687186" y="4219585"/>
        <a:ext cx="1218344" cy="491390"/>
      </dsp:txXfrm>
    </dsp:sp>
    <dsp:sp modelId="{4718A2B1-AB82-4279-B27E-8E006716C5D3}">
      <dsp:nvSpPr>
        <dsp:cNvPr id="0" name=""/>
        <dsp:cNvSpPr/>
      </dsp:nvSpPr>
      <dsp:spPr>
        <a:xfrm rot="5400000">
          <a:off x="4250686" y="4771936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AE49B7-F1BC-4E49-9A39-19FA001EB53E}">
      <dsp:nvSpPr>
        <dsp:cNvPr id="0" name=""/>
        <dsp:cNvSpPr/>
      </dsp:nvSpPr>
      <dsp:spPr>
        <a:xfrm>
          <a:off x="3671898" y="4908953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Your</a:t>
          </a:r>
        </a:p>
      </dsp:txBody>
      <dsp:txXfrm>
        <a:off x="3687186" y="4924241"/>
        <a:ext cx="1218344" cy="491390"/>
      </dsp:txXfrm>
    </dsp:sp>
    <dsp:sp modelId="{D2394897-9D33-47DF-98BA-53829A48FE54}">
      <dsp:nvSpPr>
        <dsp:cNvPr id="0" name=""/>
        <dsp:cNvSpPr/>
      </dsp:nvSpPr>
      <dsp:spPr>
        <a:xfrm rot="5400000">
          <a:off x="4250686" y="5476592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1C4F8D-4EFE-4FF0-975C-0642E472A852}">
      <dsp:nvSpPr>
        <dsp:cNvPr id="0" name=""/>
        <dsp:cNvSpPr/>
      </dsp:nvSpPr>
      <dsp:spPr>
        <a:xfrm>
          <a:off x="3671898" y="5613608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Their</a:t>
          </a:r>
        </a:p>
      </dsp:txBody>
      <dsp:txXfrm>
        <a:off x="3687186" y="5628896"/>
        <a:ext cx="1218344" cy="491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6C50BE-0E99-4FA8-B7A7-2F010AC0DD9C}">
      <dsp:nvSpPr>
        <dsp:cNvPr id="0" name=""/>
        <dsp:cNvSpPr/>
      </dsp:nvSpPr>
      <dsp:spPr>
        <a:xfrm>
          <a:off x="657" y="737973"/>
          <a:ext cx="1402499" cy="841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 dirty="0"/>
            <a:t>My</a:t>
          </a:r>
        </a:p>
      </dsp:txBody>
      <dsp:txXfrm>
        <a:off x="25304" y="762620"/>
        <a:ext cx="1353205" cy="792205"/>
      </dsp:txXfrm>
    </dsp:sp>
    <dsp:sp modelId="{F498A460-7C30-4710-A1C8-0D534B598E85}">
      <dsp:nvSpPr>
        <dsp:cNvPr id="0" name=""/>
        <dsp:cNvSpPr/>
      </dsp:nvSpPr>
      <dsp:spPr>
        <a:xfrm>
          <a:off x="1543407" y="984813"/>
          <a:ext cx="297329" cy="347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noProof="0" dirty="0"/>
        </a:p>
      </dsp:txBody>
      <dsp:txXfrm>
        <a:off x="1543407" y="1054377"/>
        <a:ext cx="208130" cy="208691"/>
      </dsp:txXfrm>
    </dsp:sp>
    <dsp:sp modelId="{9B4061D9-6D3D-4A1A-B416-94324BE743C7}">
      <dsp:nvSpPr>
        <dsp:cNvPr id="0" name=""/>
        <dsp:cNvSpPr/>
      </dsp:nvSpPr>
      <dsp:spPr>
        <a:xfrm>
          <a:off x="1964156" y="737973"/>
          <a:ext cx="1402499" cy="841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 dirty="0"/>
            <a:t>car</a:t>
          </a:r>
        </a:p>
      </dsp:txBody>
      <dsp:txXfrm>
        <a:off x="1988803" y="762620"/>
        <a:ext cx="1353205" cy="7922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9D66E-E6D8-47C3-A358-1B6A437993AA}">
      <dsp:nvSpPr>
        <dsp:cNvPr id="0" name=""/>
        <dsp:cNvSpPr/>
      </dsp:nvSpPr>
      <dsp:spPr>
        <a:xfrm>
          <a:off x="450903" y="2107"/>
          <a:ext cx="1248920" cy="5219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Subject</a:t>
          </a:r>
        </a:p>
      </dsp:txBody>
      <dsp:txXfrm>
        <a:off x="466191" y="17395"/>
        <a:ext cx="1218344" cy="491390"/>
      </dsp:txXfrm>
    </dsp:sp>
    <dsp:sp modelId="{A5434FC1-E0D7-42EC-A3B2-4E02DB61F578}">
      <dsp:nvSpPr>
        <dsp:cNvPr id="0" name=""/>
        <dsp:cNvSpPr/>
      </dsp:nvSpPr>
      <dsp:spPr>
        <a:xfrm rot="5400000">
          <a:off x="1029691" y="569746"/>
          <a:ext cx="91344" cy="9134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934D82-0EF9-4A8A-8848-C8E1552C774C}">
      <dsp:nvSpPr>
        <dsp:cNvPr id="0" name=""/>
        <dsp:cNvSpPr/>
      </dsp:nvSpPr>
      <dsp:spPr>
        <a:xfrm>
          <a:off x="450903" y="706762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</a:t>
          </a:r>
        </a:p>
      </dsp:txBody>
      <dsp:txXfrm>
        <a:off x="466191" y="722050"/>
        <a:ext cx="1218344" cy="491390"/>
      </dsp:txXfrm>
    </dsp:sp>
    <dsp:sp modelId="{F15C0168-52AC-4A41-BDEF-F250F82109A5}">
      <dsp:nvSpPr>
        <dsp:cNvPr id="0" name=""/>
        <dsp:cNvSpPr/>
      </dsp:nvSpPr>
      <dsp:spPr>
        <a:xfrm rot="5400000">
          <a:off x="1029691" y="1274401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814C4-DCBC-4DDF-8CF5-F48407274C08}">
      <dsp:nvSpPr>
        <dsp:cNvPr id="0" name=""/>
        <dsp:cNvSpPr/>
      </dsp:nvSpPr>
      <dsp:spPr>
        <a:xfrm>
          <a:off x="450903" y="1411417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You</a:t>
          </a:r>
        </a:p>
      </dsp:txBody>
      <dsp:txXfrm>
        <a:off x="466191" y="1426705"/>
        <a:ext cx="1218344" cy="491390"/>
      </dsp:txXfrm>
    </dsp:sp>
    <dsp:sp modelId="{BA71DD88-B1F2-4A92-AD63-0A992D0D0810}">
      <dsp:nvSpPr>
        <dsp:cNvPr id="0" name=""/>
        <dsp:cNvSpPr/>
      </dsp:nvSpPr>
      <dsp:spPr>
        <a:xfrm rot="5400000">
          <a:off x="1029691" y="1979056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585E81-AD17-4257-AFE9-60B4A11FE0DA}">
      <dsp:nvSpPr>
        <dsp:cNvPr id="0" name=""/>
        <dsp:cNvSpPr/>
      </dsp:nvSpPr>
      <dsp:spPr>
        <a:xfrm>
          <a:off x="450903" y="2116072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He</a:t>
          </a:r>
        </a:p>
      </dsp:txBody>
      <dsp:txXfrm>
        <a:off x="466191" y="2131360"/>
        <a:ext cx="1218344" cy="491390"/>
      </dsp:txXfrm>
    </dsp:sp>
    <dsp:sp modelId="{644A898D-19DD-435D-A9E7-8BDC6DA58D8C}">
      <dsp:nvSpPr>
        <dsp:cNvPr id="0" name=""/>
        <dsp:cNvSpPr/>
      </dsp:nvSpPr>
      <dsp:spPr>
        <a:xfrm rot="5400000">
          <a:off x="1029691" y="2683711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BBD16C-212C-4860-AB87-1A7A7E0A95DD}">
      <dsp:nvSpPr>
        <dsp:cNvPr id="0" name=""/>
        <dsp:cNvSpPr/>
      </dsp:nvSpPr>
      <dsp:spPr>
        <a:xfrm>
          <a:off x="450903" y="2820728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She</a:t>
          </a:r>
        </a:p>
      </dsp:txBody>
      <dsp:txXfrm>
        <a:off x="466191" y="2836016"/>
        <a:ext cx="1218344" cy="491390"/>
      </dsp:txXfrm>
    </dsp:sp>
    <dsp:sp modelId="{1932DB29-1943-4D70-8BE7-E1FB5167CBA1}">
      <dsp:nvSpPr>
        <dsp:cNvPr id="0" name=""/>
        <dsp:cNvSpPr/>
      </dsp:nvSpPr>
      <dsp:spPr>
        <a:xfrm rot="5400000">
          <a:off x="1029691" y="3388367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D2FE5C8-1893-442F-A14F-F34173CB198E}">
      <dsp:nvSpPr>
        <dsp:cNvPr id="0" name=""/>
        <dsp:cNvSpPr/>
      </dsp:nvSpPr>
      <dsp:spPr>
        <a:xfrm>
          <a:off x="450903" y="3525383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It</a:t>
          </a:r>
        </a:p>
      </dsp:txBody>
      <dsp:txXfrm>
        <a:off x="466191" y="3540671"/>
        <a:ext cx="1218344" cy="491390"/>
      </dsp:txXfrm>
    </dsp:sp>
    <dsp:sp modelId="{109F74AB-DF5A-4DE5-8068-EABDE56709EA}">
      <dsp:nvSpPr>
        <dsp:cNvPr id="0" name=""/>
        <dsp:cNvSpPr/>
      </dsp:nvSpPr>
      <dsp:spPr>
        <a:xfrm rot="5400000">
          <a:off x="1029691" y="4093022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D05A51-2163-4CB8-B884-A146C062D8B8}">
      <dsp:nvSpPr>
        <dsp:cNvPr id="0" name=""/>
        <dsp:cNvSpPr/>
      </dsp:nvSpPr>
      <dsp:spPr>
        <a:xfrm>
          <a:off x="450903" y="4230038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We</a:t>
          </a:r>
        </a:p>
      </dsp:txBody>
      <dsp:txXfrm>
        <a:off x="466191" y="4245326"/>
        <a:ext cx="1218344" cy="491390"/>
      </dsp:txXfrm>
    </dsp:sp>
    <dsp:sp modelId="{0DE60DAA-23B7-46F7-88F4-FA9DD7B8EAA7}">
      <dsp:nvSpPr>
        <dsp:cNvPr id="0" name=""/>
        <dsp:cNvSpPr/>
      </dsp:nvSpPr>
      <dsp:spPr>
        <a:xfrm rot="5400000">
          <a:off x="1029691" y="4797677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6E4098-45CD-4571-B28B-2A6ECB93792D}">
      <dsp:nvSpPr>
        <dsp:cNvPr id="0" name=""/>
        <dsp:cNvSpPr/>
      </dsp:nvSpPr>
      <dsp:spPr>
        <a:xfrm>
          <a:off x="450903" y="4934694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You</a:t>
          </a:r>
        </a:p>
      </dsp:txBody>
      <dsp:txXfrm>
        <a:off x="466191" y="4949982"/>
        <a:ext cx="1218344" cy="491390"/>
      </dsp:txXfrm>
    </dsp:sp>
    <dsp:sp modelId="{8DCBE9C8-F60F-48B5-8633-3DCBE709E995}">
      <dsp:nvSpPr>
        <dsp:cNvPr id="0" name=""/>
        <dsp:cNvSpPr/>
      </dsp:nvSpPr>
      <dsp:spPr>
        <a:xfrm rot="5400000">
          <a:off x="1029692" y="5502332"/>
          <a:ext cx="91343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001CEB-11D9-47E7-83B0-7674C4AA8E39}">
      <dsp:nvSpPr>
        <dsp:cNvPr id="0" name=""/>
        <dsp:cNvSpPr/>
      </dsp:nvSpPr>
      <dsp:spPr>
        <a:xfrm>
          <a:off x="450903" y="5639348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They</a:t>
          </a:r>
        </a:p>
      </dsp:txBody>
      <dsp:txXfrm>
        <a:off x="466191" y="5654636"/>
        <a:ext cx="1218344" cy="491390"/>
      </dsp:txXfrm>
    </dsp:sp>
    <dsp:sp modelId="{46609292-F869-4BB6-8978-6D44D7D6BF72}">
      <dsp:nvSpPr>
        <dsp:cNvPr id="0" name=""/>
        <dsp:cNvSpPr/>
      </dsp:nvSpPr>
      <dsp:spPr>
        <a:xfrm>
          <a:off x="3671898" y="0"/>
          <a:ext cx="1248920" cy="5219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Possessive Pronouns</a:t>
          </a:r>
        </a:p>
      </dsp:txBody>
      <dsp:txXfrm>
        <a:off x="3687186" y="15288"/>
        <a:ext cx="1218344" cy="491390"/>
      </dsp:txXfrm>
    </dsp:sp>
    <dsp:sp modelId="{5FCC2974-A824-439E-9180-8798A2385AFC}">
      <dsp:nvSpPr>
        <dsp:cNvPr id="0" name=""/>
        <dsp:cNvSpPr/>
      </dsp:nvSpPr>
      <dsp:spPr>
        <a:xfrm rot="5400000">
          <a:off x="4256595" y="555822"/>
          <a:ext cx="79527" cy="91344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B82A7B-FE63-4256-B46C-827E8FEAB082}">
      <dsp:nvSpPr>
        <dsp:cNvPr id="0" name=""/>
        <dsp:cNvSpPr/>
      </dsp:nvSpPr>
      <dsp:spPr>
        <a:xfrm>
          <a:off x="3671898" y="681021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Mine</a:t>
          </a:r>
        </a:p>
      </dsp:txBody>
      <dsp:txXfrm>
        <a:off x="3687186" y="696309"/>
        <a:ext cx="1218344" cy="491390"/>
      </dsp:txXfrm>
    </dsp:sp>
    <dsp:sp modelId="{FE9133AE-4DDE-492F-AD62-128CFBBD76B3}">
      <dsp:nvSpPr>
        <dsp:cNvPr id="0" name=""/>
        <dsp:cNvSpPr/>
      </dsp:nvSpPr>
      <dsp:spPr>
        <a:xfrm rot="5400000">
          <a:off x="4250686" y="1248660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4CE390-C153-4613-893F-17C35B5464B3}">
      <dsp:nvSpPr>
        <dsp:cNvPr id="0" name=""/>
        <dsp:cNvSpPr/>
      </dsp:nvSpPr>
      <dsp:spPr>
        <a:xfrm>
          <a:off x="3671898" y="1385676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Yours</a:t>
          </a:r>
        </a:p>
      </dsp:txBody>
      <dsp:txXfrm>
        <a:off x="3687186" y="1400964"/>
        <a:ext cx="1218344" cy="491390"/>
      </dsp:txXfrm>
    </dsp:sp>
    <dsp:sp modelId="{D5B92D52-EE3F-4112-B3E3-B0041B65FA48}">
      <dsp:nvSpPr>
        <dsp:cNvPr id="0" name=""/>
        <dsp:cNvSpPr/>
      </dsp:nvSpPr>
      <dsp:spPr>
        <a:xfrm rot="5400000">
          <a:off x="4250686" y="1953315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155A43-A718-4615-BF37-CC90B1CE7F7B}">
      <dsp:nvSpPr>
        <dsp:cNvPr id="0" name=""/>
        <dsp:cNvSpPr/>
      </dsp:nvSpPr>
      <dsp:spPr>
        <a:xfrm>
          <a:off x="3671898" y="2090332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His</a:t>
          </a:r>
        </a:p>
      </dsp:txBody>
      <dsp:txXfrm>
        <a:off x="3687186" y="2105620"/>
        <a:ext cx="1218344" cy="491390"/>
      </dsp:txXfrm>
    </dsp:sp>
    <dsp:sp modelId="{C51AEB3F-8829-4660-8D8A-C5A37024A61E}">
      <dsp:nvSpPr>
        <dsp:cNvPr id="0" name=""/>
        <dsp:cNvSpPr/>
      </dsp:nvSpPr>
      <dsp:spPr>
        <a:xfrm rot="5400000">
          <a:off x="4250686" y="2657971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50F2C3-398C-4BC7-B7A2-C4CC1B555BCB}">
      <dsp:nvSpPr>
        <dsp:cNvPr id="0" name=""/>
        <dsp:cNvSpPr/>
      </dsp:nvSpPr>
      <dsp:spPr>
        <a:xfrm>
          <a:off x="3671898" y="2794987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Hers</a:t>
          </a:r>
        </a:p>
      </dsp:txBody>
      <dsp:txXfrm>
        <a:off x="3687186" y="2810275"/>
        <a:ext cx="1218344" cy="491390"/>
      </dsp:txXfrm>
    </dsp:sp>
    <dsp:sp modelId="{21863CFF-A123-454D-B16C-EFDAF0509C48}">
      <dsp:nvSpPr>
        <dsp:cNvPr id="0" name=""/>
        <dsp:cNvSpPr/>
      </dsp:nvSpPr>
      <dsp:spPr>
        <a:xfrm rot="5400000">
          <a:off x="4250686" y="3362626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E3BCFC-AB4B-410D-AA5B-284362535FAD}">
      <dsp:nvSpPr>
        <dsp:cNvPr id="0" name=""/>
        <dsp:cNvSpPr/>
      </dsp:nvSpPr>
      <dsp:spPr>
        <a:xfrm>
          <a:off x="3671898" y="3499642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Its</a:t>
          </a:r>
        </a:p>
      </dsp:txBody>
      <dsp:txXfrm>
        <a:off x="3687186" y="3514930"/>
        <a:ext cx="1218344" cy="491390"/>
      </dsp:txXfrm>
    </dsp:sp>
    <dsp:sp modelId="{7EAA9D4E-BD93-49E0-A4A0-5B1412860A1E}">
      <dsp:nvSpPr>
        <dsp:cNvPr id="0" name=""/>
        <dsp:cNvSpPr/>
      </dsp:nvSpPr>
      <dsp:spPr>
        <a:xfrm rot="5400000">
          <a:off x="4250686" y="4067281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9FBA11-5557-43FA-93F8-4D87E9C2B4F0}">
      <dsp:nvSpPr>
        <dsp:cNvPr id="0" name=""/>
        <dsp:cNvSpPr/>
      </dsp:nvSpPr>
      <dsp:spPr>
        <a:xfrm>
          <a:off x="3671898" y="4204297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Ours</a:t>
          </a:r>
        </a:p>
      </dsp:txBody>
      <dsp:txXfrm>
        <a:off x="3687186" y="4219585"/>
        <a:ext cx="1218344" cy="491390"/>
      </dsp:txXfrm>
    </dsp:sp>
    <dsp:sp modelId="{4718A2B1-AB82-4279-B27E-8E006716C5D3}">
      <dsp:nvSpPr>
        <dsp:cNvPr id="0" name=""/>
        <dsp:cNvSpPr/>
      </dsp:nvSpPr>
      <dsp:spPr>
        <a:xfrm rot="5400000">
          <a:off x="4250686" y="4771936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AE49B7-F1BC-4E49-9A39-19FA001EB53E}">
      <dsp:nvSpPr>
        <dsp:cNvPr id="0" name=""/>
        <dsp:cNvSpPr/>
      </dsp:nvSpPr>
      <dsp:spPr>
        <a:xfrm>
          <a:off x="3671898" y="4908953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Yours</a:t>
          </a:r>
        </a:p>
      </dsp:txBody>
      <dsp:txXfrm>
        <a:off x="3687186" y="4924241"/>
        <a:ext cx="1218344" cy="491390"/>
      </dsp:txXfrm>
    </dsp:sp>
    <dsp:sp modelId="{D2394897-9D33-47DF-98BA-53829A48FE54}">
      <dsp:nvSpPr>
        <dsp:cNvPr id="0" name=""/>
        <dsp:cNvSpPr/>
      </dsp:nvSpPr>
      <dsp:spPr>
        <a:xfrm rot="5400000">
          <a:off x="4250686" y="5476592"/>
          <a:ext cx="91344" cy="91344"/>
        </a:xfrm>
        <a:prstGeom prst="rightArrow">
          <a:avLst>
            <a:gd name="adj1" fmla="val 66700"/>
            <a:gd name="adj2" fmla="val 50000"/>
          </a:avLst>
        </a:prstGeom>
        <a:noFill/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1C4F8D-4EFE-4FF0-975C-0642E472A852}">
      <dsp:nvSpPr>
        <dsp:cNvPr id="0" name=""/>
        <dsp:cNvSpPr/>
      </dsp:nvSpPr>
      <dsp:spPr>
        <a:xfrm>
          <a:off x="3671898" y="5613608"/>
          <a:ext cx="1248920" cy="52196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Theirs</a:t>
          </a:r>
        </a:p>
      </dsp:txBody>
      <dsp:txXfrm>
        <a:off x="3687186" y="5628896"/>
        <a:ext cx="1218344" cy="4913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165DA-0001-4FF6-A419-3C87493F7CAB}">
      <dsp:nvSpPr>
        <dsp:cNvPr id="0" name=""/>
        <dsp:cNvSpPr/>
      </dsp:nvSpPr>
      <dsp:spPr>
        <a:xfrm>
          <a:off x="0" y="1965711"/>
          <a:ext cx="4347031" cy="6451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/>
            <a:t>Substitute for pronoun.</a:t>
          </a:r>
        </a:p>
      </dsp:txBody>
      <dsp:txXfrm>
        <a:off x="0" y="1965711"/>
        <a:ext cx="4347031" cy="348402"/>
      </dsp:txXfrm>
    </dsp:sp>
    <dsp:sp modelId="{89D6D778-5392-4B79-820C-96DCC07A48D8}">
      <dsp:nvSpPr>
        <dsp:cNvPr id="0" name=""/>
        <dsp:cNvSpPr/>
      </dsp:nvSpPr>
      <dsp:spPr>
        <a:xfrm>
          <a:off x="0" y="2301210"/>
          <a:ext cx="4347031" cy="2967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My phone is a Blackview. </a:t>
          </a:r>
          <a:r>
            <a:rPr lang="en-US" sz="1300" b="1" i="1" kern="1200" noProof="0" dirty="0"/>
            <a:t>Yours</a:t>
          </a:r>
          <a:r>
            <a:rPr lang="en-US" sz="1300" kern="1200" noProof="0" dirty="0"/>
            <a:t> is an iPhone.</a:t>
          </a:r>
        </a:p>
      </dsp:txBody>
      <dsp:txXfrm>
        <a:off x="0" y="2301210"/>
        <a:ext cx="4347031" cy="296787"/>
      </dsp:txXfrm>
    </dsp:sp>
    <dsp:sp modelId="{FB083F09-082D-4748-92A7-E7EC2E4FCBF5}">
      <dsp:nvSpPr>
        <dsp:cNvPr id="0" name=""/>
        <dsp:cNvSpPr/>
      </dsp:nvSpPr>
      <dsp:spPr>
        <a:xfrm rot="10800000">
          <a:off x="0" y="983086"/>
          <a:ext cx="4347031" cy="99230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/>
            <a:t>Identify context</a:t>
          </a:r>
        </a:p>
      </dsp:txBody>
      <dsp:txXfrm rot="-10800000">
        <a:off x="0" y="983086"/>
        <a:ext cx="4347031" cy="348298"/>
      </dsp:txXfrm>
    </dsp:sp>
    <dsp:sp modelId="{6BBD0430-27DD-469F-AB53-FB5AE08A2C74}">
      <dsp:nvSpPr>
        <dsp:cNvPr id="0" name=""/>
        <dsp:cNvSpPr/>
      </dsp:nvSpPr>
      <dsp:spPr>
        <a:xfrm>
          <a:off x="0" y="1331384"/>
          <a:ext cx="4347031" cy="2966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noProof="0" dirty="0"/>
            <a:t>My phone </a:t>
          </a:r>
          <a:r>
            <a:rPr lang="en-US" sz="1300" kern="1200" noProof="0" dirty="0"/>
            <a:t>is a Blackview. </a:t>
          </a:r>
          <a:r>
            <a:rPr lang="en-US" sz="1300" b="1" kern="1200" noProof="0" dirty="0"/>
            <a:t>Your phone </a:t>
          </a:r>
          <a:r>
            <a:rPr lang="en-US" sz="1300" kern="1200" noProof="0" dirty="0"/>
            <a:t>is an iPhone.</a:t>
          </a:r>
        </a:p>
      </dsp:txBody>
      <dsp:txXfrm>
        <a:off x="0" y="1331384"/>
        <a:ext cx="4347031" cy="296698"/>
      </dsp:txXfrm>
    </dsp:sp>
    <dsp:sp modelId="{3FCF0C72-8F1B-4801-AA7D-BA507385A969}">
      <dsp:nvSpPr>
        <dsp:cNvPr id="0" name=""/>
        <dsp:cNvSpPr/>
      </dsp:nvSpPr>
      <dsp:spPr>
        <a:xfrm rot="10800000">
          <a:off x="0" y="0"/>
          <a:ext cx="4347031" cy="99230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/>
            <a:t>Original sentence</a:t>
          </a:r>
        </a:p>
      </dsp:txBody>
      <dsp:txXfrm rot="-10800000">
        <a:off x="0" y="0"/>
        <a:ext cx="4347031" cy="348298"/>
      </dsp:txXfrm>
    </dsp:sp>
    <dsp:sp modelId="{AFE35843-C15F-47D3-8ECD-AEFAB2431ABF}">
      <dsp:nvSpPr>
        <dsp:cNvPr id="0" name=""/>
        <dsp:cNvSpPr/>
      </dsp:nvSpPr>
      <dsp:spPr>
        <a:xfrm>
          <a:off x="0" y="348759"/>
          <a:ext cx="4347031" cy="29669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My phone is a Blackview. Your phone is an iPhone.</a:t>
          </a:r>
        </a:p>
      </dsp:txBody>
      <dsp:txXfrm>
        <a:off x="0" y="348759"/>
        <a:ext cx="4347031" cy="2966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9BDE0-2B1D-47A7-A0D4-452DD52472A0}">
      <dsp:nvSpPr>
        <dsp:cNvPr id="0" name=""/>
        <dsp:cNvSpPr/>
      </dsp:nvSpPr>
      <dsp:spPr>
        <a:xfrm>
          <a:off x="0" y="0"/>
          <a:ext cx="11234508" cy="1769364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noProof="0" dirty="0"/>
            <a:t>When using he, she and it; we add an extra “s” to the verb</a:t>
          </a:r>
        </a:p>
      </dsp:txBody>
      <dsp:txXfrm>
        <a:off x="0" y="0"/>
        <a:ext cx="11234508" cy="1769364"/>
      </dsp:txXfrm>
    </dsp:sp>
    <dsp:sp modelId="{BDA6116C-9416-418D-A75F-02F006DEDEE4}">
      <dsp:nvSpPr>
        <dsp:cNvPr id="0" name=""/>
        <dsp:cNvSpPr/>
      </dsp:nvSpPr>
      <dsp:spPr>
        <a:xfrm>
          <a:off x="1371" y="1769364"/>
          <a:ext cx="2246353" cy="37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12700" dir="5400000" sx="102000" sy="102000" rotWithShape="0">
            <a:srgbClr val="000000">
              <a:alpha val="32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Normal Cases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noProof="0" dirty="0"/>
            <a:t>Play – Plays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noProof="0" dirty="0"/>
            <a:t>Dance – Dances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noProof="0" dirty="0"/>
            <a:t>Work – Works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noProof="0" dirty="0"/>
            <a:t>Live – Lives</a:t>
          </a:r>
        </a:p>
      </dsp:txBody>
      <dsp:txXfrm>
        <a:off x="1371" y="1769364"/>
        <a:ext cx="2246353" cy="3715664"/>
      </dsp:txXfrm>
    </dsp:sp>
    <dsp:sp modelId="{E59E1ED1-A59F-468A-8EC0-988FA0F4C064}">
      <dsp:nvSpPr>
        <dsp:cNvPr id="0" name=""/>
        <dsp:cNvSpPr/>
      </dsp:nvSpPr>
      <dsp:spPr>
        <a:xfrm>
          <a:off x="2247724" y="1769364"/>
          <a:ext cx="2246353" cy="37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12700" dir="5400000" sx="102000" sy="102000" rotWithShape="0">
            <a:srgbClr val="000000">
              <a:alpha val="32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noProof="0" dirty="0"/>
            <a:t>Ending “y” for “</a:t>
          </a:r>
          <a:r>
            <a:rPr lang="en-US" sz="1800" kern="1200" noProof="0" dirty="0" err="1"/>
            <a:t>ies</a:t>
          </a:r>
          <a:r>
            <a:rPr lang="en-US" sz="1800" kern="1200" noProof="0" dirty="0"/>
            <a:t>”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Study – Studies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Try – Tries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Marry – Marries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Fly – Flies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Cry – Cries</a:t>
          </a:r>
        </a:p>
      </dsp:txBody>
      <dsp:txXfrm>
        <a:off x="2247724" y="1769364"/>
        <a:ext cx="2246353" cy="3715664"/>
      </dsp:txXfrm>
    </dsp:sp>
    <dsp:sp modelId="{DE627172-4954-41D1-B0E4-95748B267EE6}">
      <dsp:nvSpPr>
        <dsp:cNvPr id="0" name=""/>
        <dsp:cNvSpPr/>
      </dsp:nvSpPr>
      <dsp:spPr>
        <a:xfrm>
          <a:off x="4494077" y="1769364"/>
          <a:ext cx="2246353" cy="37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12700" dir="5400000" sx="102000" sy="102000" rotWithShape="0">
            <a:srgbClr val="000000">
              <a:alpha val="32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Vowel + “Y”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800" kern="1200" noProof="0" dirty="0"/>
            <a:t>Play – Plays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Say – Says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Buy – Buys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Stay – Stays</a:t>
          </a:r>
        </a:p>
      </dsp:txBody>
      <dsp:txXfrm>
        <a:off x="4494077" y="1769364"/>
        <a:ext cx="2246353" cy="3715664"/>
      </dsp:txXfrm>
    </dsp:sp>
    <dsp:sp modelId="{68928E43-5372-4ADF-B73E-30B567488EC3}">
      <dsp:nvSpPr>
        <dsp:cNvPr id="0" name=""/>
        <dsp:cNvSpPr/>
      </dsp:nvSpPr>
      <dsp:spPr>
        <a:xfrm>
          <a:off x="6740430" y="1769364"/>
          <a:ext cx="2246353" cy="37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12700" dir="5400000" sx="102000" sy="102000" rotWithShape="0">
            <a:srgbClr val="000000">
              <a:alpha val="32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Ending “s”, “ss”, “sh” or “x”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Pass – Passes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Wash – Washes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Teach – Teaches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Fix – Fixes</a:t>
          </a:r>
        </a:p>
      </dsp:txBody>
      <dsp:txXfrm>
        <a:off x="6740430" y="1769364"/>
        <a:ext cx="2246353" cy="3715664"/>
      </dsp:txXfrm>
    </dsp:sp>
    <dsp:sp modelId="{771892E7-BBDE-4B82-999E-6C1F2F5D0426}">
      <dsp:nvSpPr>
        <dsp:cNvPr id="0" name=""/>
        <dsp:cNvSpPr/>
      </dsp:nvSpPr>
      <dsp:spPr>
        <a:xfrm>
          <a:off x="8986783" y="1769364"/>
          <a:ext cx="2246353" cy="37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12700" dir="5400000" sx="102000" sy="102000" rotWithShape="0">
            <a:srgbClr val="000000">
              <a:alpha val="32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Irregular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Do – Does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Go – Goes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noProof="0" dirty="0"/>
            <a:t>Have – Has</a:t>
          </a:r>
        </a:p>
      </dsp:txBody>
      <dsp:txXfrm>
        <a:off x="8986783" y="1769364"/>
        <a:ext cx="2246353" cy="3715664"/>
      </dsp:txXfrm>
    </dsp:sp>
    <dsp:sp modelId="{4E75192E-F7C7-4E1D-A8F0-579DCE9F311A}">
      <dsp:nvSpPr>
        <dsp:cNvPr id="0" name=""/>
        <dsp:cNvSpPr/>
      </dsp:nvSpPr>
      <dsp:spPr>
        <a:xfrm>
          <a:off x="0" y="5485028"/>
          <a:ext cx="11234508" cy="412851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B2B256-DDD1-4439-844F-DDC64BA55C70}">
      <dsp:nvSpPr>
        <dsp:cNvPr id="0" name=""/>
        <dsp:cNvSpPr/>
      </dsp:nvSpPr>
      <dsp:spPr>
        <a:xfrm>
          <a:off x="119" y="489665"/>
          <a:ext cx="2316915" cy="2725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0DAB3-DB45-4976-AA3A-8C1FDFCD5AEF}">
      <dsp:nvSpPr>
        <dsp:cNvPr id="0" name=""/>
        <dsp:cNvSpPr/>
      </dsp:nvSpPr>
      <dsp:spPr>
        <a:xfrm>
          <a:off x="119" y="592034"/>
          <a:ext cx="170208" cy="170208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075E3-C9B6-4292-84B6-CB654789C14B}">
      <dsp:nvSpPr>
        <dsp:cNvPr id="0" name=""/>
        <dsp:cNvSpPr/>
      </dsp:nvSpPr>
      <dsp:spPr>
        <a:xfrm>
          <a:off x="119" y="0"/>
          <a:ext cx="2316915" cy="489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In</a:t>
          </a:r>
        </a:p>
      </dsp:txBody>
      <dsp:txXfrm>
        <a:off x="119" y="0"/>
        <a:ext cx="2316915" cy="489665"/>
      </dsp:txXfrm>
    </dsp:sp>
    <dsp:sp modelId="{BBE3BB56-45F1-4E4C-A544-5936A802534F}">
      <dsp:nvSpPr>
        <dsp:cNvPr id="0" name=""/>
        <dsp:cNvSpPr/>
      </dsp:nvSpPr>
      <dsp:spPr>
        <a:xfrm>
          <a:off x="119" y="988786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161B1-0F89-41B7-B993-BAB69C354312}">
      <dsp:nvSpPr>
        <dsp:cNvPr id="0" name=""/>
        <dsp:cNvSpPr/>
      </dsp:nvSpPr>
      <dsp:spPr>
        <a:xfrm>
          <a:off x="162303" y="875515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In the morning</a:t>
          </a:r>
        </a:p>
      </dsp:txBody>
      <dsp:txXfrm>
        <a:off x="162303" y="875515"/>
        <a:ext cx="2154731" cy="396747"/>
      </dsp:txXfrm>
    </dsp:sp>
    <dsp:sp modelId="{B5D71190-2C5E-40E8-9764-96E87B51CB7B}">
      <dsp:nvSpPr>
        <dsp:cNvPr id="0" name=""/>
        <dsp:cNvSpPr/>
      </dsp:nvSpPr>
      <dsp:spPr>
        <a:xfrm>
          <a:off x="119" y="1385534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1C62E-DEFE-45D3-AB8E-45DFD2EDC6A9}">
      <dsp:nvSpPr>
        <dsp:cNvPr id="0" name=""/>
        <dsp:cNvSpPr/>
      </dsp:nvSpPr>
      <dsp:spPr>
        <a:xfrm>
          <a:off x="162303" y="1272262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In the afternoon</a:t>
          </a:r>
        </a:p>
      </dsp:txBody>
      <dsp:txXfrm>
        <a:off x="162303" y="1272262"/>
        <a:ext cx="2154731" cy="396747"/>
      </dsp:txXfrm>
    </dsp:sp>
    <dsp:sp modelId="{CE66692F-8BA7-4B8F-87E7-44D02A5FCA70}">
      <dsp:nvSpPr>
        <dsp:cNvPr id="0" name=""/>
        <dsp:cNvSpPr/>
      </dsp:nvSpPr>
      <dsp:spPr>
        <a:xfrm>
          <a:off x="119" y="1782282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C485B-0E06-4771-96F9-058C1A12A84B}">
      <dsp:nvSpPr>
        <dsp:cNvPr id="0" name=""/>
        <dsp:cNvSpPr/>
      </dsp:nvSpPr>
      <dsp:spPr>
        <a:xfrm>
          <a:off x="162303" y="1669010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In the evening</a:t>
          </a:r>
        </a:p>
      </dsp:txBody>
      <dsp:txXfrm>
        <a:off x="162303" y="1669010"/>
        <a:ext cx="2154731" cy="396747"/>
      </dsp:txXfrm>
    </dsp:sp>
    <dsp:sp modelId="{FF3167B7-48BA-4993-9490-31BF02640D52}">
      <dsp:nvSpPr>
        <dsp:cNvPr id="0" name=""/>
        <dsp:cNvSpPr/>
      </dsp:nvSpPr>
      <dsp:spPr>
        <a:xfrm>
          <a:off x="119" y="2179029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E595B-1DEA-43EE-BBB4-DD7AC97FD676}">
      <dsp:nvSpPr>
        <dsp:cNvPr id="0" name=""/>
        <dsp:cNvSpPr/>
      </dsp:nvSpPr>
      <dsp:spPr>
        <a:xfrm>
          <a:off x="162303" y="2065758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In the (summer)</a:t>
          </a:r>
        </a:p>
      </dsp:txBody>
      <dsp:txXfrm>
        <a:off x="162303" y="2065758"/>
        <a:ext cx="2154731" cy="396747"/>
      </dsp:txXfrm>
    </dsp:sp>
    <dsp:sp modelId="{C0EF3045-E5E0-4F58-9E1D-C2711D430A29}">
      <dsp:nvSpPr>
        <dsp:cNvPr id="0" name=""/>
        <dsp:cNvSpPr/>
      </dsp:nvSpPr>
      <dsp:spPr>
        <a:xfrm>
          <a:off x="2432881" y="489665"/>
          <a:ext cx="2316915" cy="2725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A8CE0-59CF-477C-9DD9-EA083DC7134F}">
      <dsp:nvSpPr>
        <dsp:cNvPr id="0" name=""/>
        <dsp:cNvSpPr/>
      </dsp:nvSpPr>
      <dsp:spPr>
        <a:xfrm>
          <a:off x="2432881" y="592034"/>
          <a:ext cx="170208" cy="170208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2E936-315E-466C-AA0E-8A81BD2989D0}">
      <dsp:nvSpPr>
        <dsp:cNvPr id="0" name=""/>
        <dsp:cNvSpPr/>
      </dsp:nvSpPr>
      <dsp:spPr>
        <a:xfrm>
          <a:off x="2432881" y="0"/>
          <a:ext cx="2316915" cy="489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On</a:t>
          </a:r>
        </a:p>
      </dsp:txBody>
      <dsp:txXfrm>
        <a:off x="2432881" y="0"/>
        <a:ext cx="2316915" cy="489665"/>
      </dsp:txXfrm>
    </dsp:sp>
    <dsp:sp modelId="{7AE66133-FE02-437F-9BB6-18259823D966}">
      <dsp:nvSpPr>
        <dsp:cNvPr id="0" name=""/>
        <dsp:cNvSpPr/>
      </dsp:nvSpPr>
      <dsp:spPr>
        <a:xfrm>
          <a:off x="2432881" y="988786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927D8-6456-46EF-ADFE-9C9318D658A0}">
      <dsp:nvSpPr>
        <dsp:cNvPr id="0" name=""/>
        <dsp:cNvSpPr/>
      </dsp:nvSpPr>
      <dsp:spPr>
        <a:xfrm>
          <a:off x="2595065" y="875515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On Monday</a:t>
          </a:r>
        </a:p>
      </dsp:txBody>
      <dsp:txXfrm>
        <a:off x="2595065" y="875515"/>
        <a:ext cx="2154731" cy="396747"/>
      </dsp:txXfrm>
    </dsp:sp>
    <dsp:sp modelId="{B3D3DC83-0C07-4321-8FF6-30528D6202B4}">
      <dsp:nvSpPr>
        <dsp:cNvPr id="0" name=""/>
        <dsp:cNvSpPr/>
      </dsp:nvSpPr>
      <dsp:spPr>
        <a:xfrm>
          <a:off x="2432881" y="1385534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2BFE3-80DC-4D0B-983C-0D8F2F62BE97}">
      <dsp:nvSpPr>
        <dsp:cNvPr id="0" name=""/>
        <dsp:cNvSpPr/>
      </dsp:nvSpPr>
      <dsp:spPr>
        <a:xfrm>
          <a:off x="2595065" y="1272262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On Tuesday</a:t>
          </a:r>
        </a:p>
      </dsp:txBody>
      <dsp:txXfrm>
        <a:off x="2595065" y="1272262"/>
        <a:ext cx="2154731" cy="396747"/>
      </dsp:txXfrm>
    </dsp:sp>
    <dsp:sp modelId="{62222F2A-E0FB-439F-8C53-B3D75D6206A7}">
      <dsp:nvSpPr>
        <dsp:cNvPr id="0" name=""/>
        <dsp:cNvSpPr/>
      </dsp:nvSpPr>
      <dsp:spPr>
        <a:xfrm>
          <a:off x="2432881" y="1782282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1D3A4-E3A9-4E48-B472-C4A06CAB3C67}">
      <dsp:nvSpPr>
        <dsp:cNvPr id="0" name=""/>
        <dsp:cNvSpPr/>
      </dsp:nvSpPr>
      <dsp:spPr>
        <a:xfrm>
          <a:off x="2595065" y="1669010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Etc.</a:t>
          </a:r>
        </a:p>
      </dsp:txBody>
      <dsp:txXfrm>
        <a:off x="2595065" y="1669010"/>
        <a:ext cx="2154731" cy="396747"/>
      </dsp:txXfrm>
    </dsp:sp>
    <dsp:sp modelId="{5B230D17-92ED-44A6-96B4-036B9B4B6122}">
      <dsp:nvSpPr>
        <dsp:cNvPr id="0" name=""/>
        <dsp:cNvSpPr/>
      </dsp:nvSpPr>
      <dsp:spPr>
        <a:xfrm>
          <a:off x="4865642" y="489665"/>
          <a:ext cx="2316915" cy="27257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CE4E1-3C7D-478B-BDEB-3C0451C10992}">
      <dsp:nvSpPr>
        <dsp:cNvPr id="0" name=""/>
        <dsp:cNvSpPr/>
      </dsp:nvSpPr>
      <dsp:spPr>
        <a:xfrm>
          <a:off x="4865642" y="592034"/>
          <a:ext cx="170208" cy="170208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9770BD-1585-4675-92B9-52BE28E4C263}">
      <dsp:nvSpPr>
        <dsp:cNvPr id="0" name=""/>
        <dsp:cNvSpPr/>
      </dsp:nvSpPr>
      <dsp:spPr>
        <a:xfrm>
          <a:off x="4865642" y="0"/>
          <a:ext cx="2316915" cy="489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At</a:t>
          </a:r>
        </a:p>
      </dsp:txBody>
      <dsp:txXfrm>
        <a:off x="4865642" y="0"/>
        <a:ext cx="2316915" cy="489665"/>
      </dsp:txXfrm>
    </dsp:sp>
    <dsp:sp modelId="{5D74354A-50A9-4741-9BE7-514CB5D1497D}">
      <dsp:nvSpPr>
        <dsp:cNvPr id="0" name=""/>
        <dsp:cNvSpPr/>
      </dsp:nvSpPr>
      <dsp:spPr>
        <a:xfrm>
          <a:off x="4865642" y="988786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13E61-3EA3-4795-9300-6D0D717CC753}">
      <dsp:nvSpPr>
        <dsp:cNvPr id="0" name=""/>
        <dsp:cNvSpPr/>
      </dsp:nvSpPr>
      <dsp:spPr>
        <a:xfrm>
          <a:off x="5027826" y="875515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3 o’clock</a:t>
          </a:r>
        </a:p>
      </dsp:txBody>
      <dsp:txXfrm>
        <a:off x="5027826" y="875515"/>
        <a:ext cx="2154731" cy="396747"/>
      </dsp:txXfrm>
    </dsp:sp>
    <dsp:sp modelId="{5197784D-A48A-41AB-A3E4-14C6ABB93E5D}">
      <dsp:nvSpPr>
        <dsp:cNvPr id="0" name=""/>
        <dsp:cNvSpPr/>
      </dsp:nvSpPr>
      <dsp:spPr>
        <a:xfrm>
          <a:off x="4865642" y="1385534"/>
          <a:ext cx="170204" cy="170204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02620-4732-4E1A-9FB3-FEE477C02330}">
      <dsp:nvSpPr>
        <dsp:cNvPr id="0" name=""/>
        <dsp:cNvSpPr/>
      </dsp:nvSpPr>
      <dsp:spPr>
        <a:xfrm>
          <a:off x="5027826" y="1272262"/>
          <a:ext cx="2154731" cy="396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Night</a:t>
          </a:r>
        </a:p>
      </dsp:txBody>
      <dsp:txXfrm>
        <a:off x="5027826" y="1272262"/>
        <a:ext cx="2154731" cy="3967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97BB7-782E-4577-8E1C-51BF8A101EBA}">
      <dsp:nvSpPr>
        <dsp:cNvPr id="0" name=""/>
        <dsp:cNvSpPr/>
      </dsp:nvSpPr>
      <dsp:spPr>
        <a:xfrm rot="16200000">
          <a:off x="509564" y="-509564"/>
          <a:ext cx="1432523" cy="2451652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9800000"/>
          </a:lightRig>
        </a:scene3d>
        <a:sp3d prstMaterial="plastic">
          <a:bevelT w="25400" h="190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Day</a:t>
          </a:r>
        </a:p>
      </dsp:txBody>
      <dsp:txXfrm rot="5400000">
        <a:off x="-1" y="1"/>
        <a:ext cx="2451652" cy="1074392"/>
      </dsp:txXfrm>
    </dsp:sp>
    <dsp:sp modelId="{39DA970B-2620-401E-AF22-4CE5D23B11CF}">
      <dsp:nvSpPr>
        <dsp:cNvPr id="0" name=""/>
        <dsp:cNvSpPr/>
      </dsp:nvSpPr>
      <dsp:spPr>
        <a:xfrm>
          <a:off x="2451652" y="0"/>
          <a:ext cx="2451652" cy="1432523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9800000"/>
          </a:lightRig>
        </a:scene3d>
        <a:sp3d prstMaterial="plastic">
          <a:bevelT w="25400" h="190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Week</a:t>
          </a:r>
        </a:p>
      </dsp:txBody>
      <dsp:txXfrm>
        <a:off x="2451652" y="0"/>
        <a:ext cx="2451652" cy="1074392"/>
      </dsp:txXfrm>
    </dsp:sp>
    <dsp:sp modelId="{153B4F43-97AA-407D-89BA-19A8F39A3AE3}">
      <dsp:nvSpPr>
        <dsp:cNvPr id="0" name=""/>
        <dsp:cNvSpPr/>
      </dsp:nvSpPr>
      <dsp:spPr>
        <a:xfrm rot="10800000">
          <a:off x="0" y="1432523"/>
          <a:ext cx="2451652" cy="1432523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9800000"/>
          </a:lightRig>
        </a:scene3d>
        <a:sp3d prstMaterial="plastic">
          <a:bevelT w="25400" h="190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Month</a:t>
          </a:r>
        </a:p>
      </dsp:txBody>
      <dsp:txXfrm rot="10800000">
        <a:off x="0" y="1790653"/>
        <a:ext cx="2451652" cy="1074392"/>
      </dsp:txXfrm>
    </dsp:sp>
    <dsp:sp modelId="{B26AD2D2-24B7-461F-BFBE-F01A810221DB}">
      <dsp:nvSpPr>
        <dsp:cNvPr id="0" name=""/>
        <dsp:cNvSpPr/>
      </dsp:nvSpPr>
      <dsp:spPr>
        <a:xfrm rot="5400000">
          <a:off x="2961216" y="922958"/>
          <a:ext cx="1432523" cy="2451652"/>
        </a:xfrm>
        <a:prstGeom prst="round1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9800000"/>
          </a:lightRig>
        </a:scene3d>
        <a:sp3d prstMaterial="plastic">
          <a:bevelT w="25400" h="190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Year</a:t>
          </a:r>
        </a:p>
      </dsp:txBody>
      <dsp:txXfrm rot="-5400000">
        <a:off x="2451651" y="1790653"/>
        <a:ext cx="2451652" cy="1074392"/>
      </dsp:txXfrm>
    </dsp:sp>
    <dsp:sp modelId="{0FC7112B-769C-4B16-8FAA-D7636E9314B9}">
      <dsp:nvSpPr>
        <dsp:cNvPr id="0" name=""/>
        <dsp:cNvSpPr/>
      </dsp:nvSpPr>
      <dsp:spPr>
        <a:xfrm>
          <a:off x="1073421" y="610337"/>
          <a:ext cx="2756460" cy="1644371"/>
        </a:xfrm>
        <a:prstGeom prst="round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9800000"/>
          </a:lightRig>
        </a:scene3d>
        <a:sp3d prstMaterial="plastic">
          <a:bevelT w="25400" h="1905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Every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Once a…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Twice a…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# times a….</a:t>
          </a:r>
        </a:p>
      </dsp:txBody>
      <dsp:txXfrm>
        <a:off x="1153693" y="690609"/>
        <a:ext cx="2595916" cy="148382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9A156-AD35-4247-AA78-83B0DEA195EF}">
      <dsp:nvSpPr>
        <dsp:cNvPr id="0" name=""/>
        <dsp:cNvSpPr/>
      </dsp:nvSpPr>
      <dsp:spPr>
        <a:xfrm>
          <a:off x="3384" y="4126"/>
          <a:ext cx="3299895" cy="97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We can use them with or with out noun</a:t>
          </a:r>
        </a:p>
      </dsp:txBody>
      <dsp:txXfrm>
        <a:off x="3384" y="4126"/>
        <a:ext cx="3299895" cy="979200"/>
      </dsp:txXfrm>
    </dsp:sp>
    <dsp:sp modelId="{B70FB329-E9C8-429A-A0A9-511B4628D121}">
      <dsp:nvSpPr>
        <dsp:cNvPr id="0" name=""/>
        <dsp:cNvSpPr/>
      </dsp:nvSpPr>
      <dsp:spPr>
        <a:xfrm>
          <a:off x="3384" y="983326"/>
          <a:ext cx="3299895" cy="14932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/>
            <a:t>I like </a:t>
          </a:r>
          <a:r>
            <a:rPr lang="en-US" sz="1600" b="1" i="1" kern="1200" noProof="0" dirty="0"/>
            <a:t>that </a:t>
          </a:r>
          <a:r>
            <a:rPr lang="en-US" sz="1600" b="1" i="1" u="sng" kern="1200" noProof="0" dirty="0"/>
            <a:t>table</a:t>
          </a:r>
          <a:r>
            <a:rPr lang="en-US" sz="1600" b="1" i="1" kern="1200" noProof="0" dirty="0"/>
            <a:t>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/>
            <a:t>I don’t like </a:t>
          </a:r>
          <a:r>
            <a:rPr lang="en-US" sz="1600" b="1" i="1" kern="1200" noProof="0" dirty="0"/>
            <a:t>this</a:t>
          </a:r>
          <a:r>
            <a:rPr lang="en-US" sz="1600" kern="1200" noProof="0" dirty="0"/>
            <a:t>.</a:t>
          </a:r>
        </a:p>
      </dsp:txBody>
      <dsp:txXfrm>
        <a:off x="3384" y="983326"/>
        <a:ext cx="3299895" cy="1493279"/>
      </dsp:txXfrm>
    </dsp:sp>
    <dsp:sp modelId="{6582632F-14A3-4BC2-AC0D-5744A295F7AB}">
      <dsp:nvSpPr>
        <dsp:cNvPr id="0" name=""/>
        <dsp:cNvSpPr/>
      </dsp:nvSpPr>
      <dsp:spPr>
        <a:xfrm>
          <a:off x="3765265" y="4126"/>
          <a:ext cx="3299895" cy="97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We can use “one” to substitute an object in context.</a:t>
          </a:r>
        </a:p>
      </dsp:txBody>
      <dsp:txXfrm>
        <a:off x="3765265" y="4126"/>
        <a:ext cx="3299895" cy="979200"/>
      </dsp:txXfrm>
    </dsp:sp>
    <dsp:sp modelId="{50B4DDF4-7962-4025-B6D2-8B541F980C14}">
      <dsp:nvSpPr>
        <dsp:cNvPr id="0" name=""/>
        <dsp:cNvSpPr/>
      </dsp:nvSpPr>
      <dsp:spPr>
        <a:xfrm>
          <a:off x="3765265" y="983326"/>
          <a:ext cx="3299895" cy="14932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/>
            <a:t>I don’t like </a:t>
          </a:r>
          <a:r>
            <a:rPr lang="en-US" sz="1600" b="1" kern="1200" noProof="0" dirty="0"/>
            <a:t>this </a:t>
          </a:r>
          <a:r>
            <a:rPr lang="en-US" sz="1600" b="1" u="sng" kern="1200" noProof="0" dirty="0"/>
            <a:t>chair</a:t>
          </a:r>
          <a:r>
            <a:rPr lang="en-US" sz="1600" kern="1200" noProof="0" dirty="0"/>
            <a:t>; I like </a:t>
          </a:r>
          <a:r>
            <a:rPr lang="en-US" sz="1600" b="1" kern="1200" noProof="0" dirty="0"/>
            <a:t>that</a:t>
          </a:r>
          <a:r>
            <a:rPr lang="en-US" sz="1600" kern="1200" noProof="0" dirty="0"/>
            <a:t> </a:t>
          </a:r>
          <a:r>
            <a:rPr lang="en-US" sz="1600" b="1" u="sng" kern="1200" noProof="0" dirty="0"/>
            <a:t>one</a:t>
          </a:r>
          <a:r>
            <a:rPr lang="en-US" sz="1600" kern="1200" noProof="0" dirty="0"/>
            <a:t>.</a:t>
          </a:r>
        </a:p>
      </dsp:txBody>
      <dsp:txXfrm>
        <a:off x="3765265" y="983326"/>
        <a:ext cx="3299895" cy="1493279"/>
      </dsp:txXfrm>
    </dsp:sp>
    <dsp:sp modelId="{FC5C84D6-C3AF-4F1A-BAFD-7A6A9B7C63D0}">
      <dsp:nvSpPr>
        <dsp:cNvPr id="0" name=""/>
        <dsp:cNvSpPr/>
      </dsp:nvSpPr>
      <dsp:spPr>
        <a:xfrm>
          <a:off x="7527146" y="4126"/>
          <a:ext cx="3299895" cy="97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We can use “ones” to substitute plural objects in context</a:t>
          </a:r>
        </a:p>
      </dsp:txBody>
      <dsp:txXfrm>
        <a:off x="7527146" y="4126"/>
        <a:ext cx="3299895" cy="979200"/>
      </dsp:txXfrm>
    </dsp:sp>
    <dsp:sp modelId="{152F2F8B-C33F-4040-96B8-4AD38A261BFA}">
      <dsp:nvSpPr>
        <dsp:cNvPr id="0" name=""/>
        <dsp:cNvSpPr/>
      </dsp:nvSpPr>
      <dsp:spPr>
        <a:xfrm>
          <a:off x="7527146" y="983326"/>
          <a:ext cx="3299895" cy="14932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76200" dist="38100" dir="5400000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noProof="0" dirty="0"/>
            <a:t>I love </a:t>
          </a:r>
          <a:r>
            <a:rPr lang="en-US" sz="1600" b="1" kern="1200" noProof="0" dirty="0"/>
            <a:t>those </a:t>
          </a:r>
          <a:r>
            <a:rPr lang="en-US" sz="1600" b="1" u="sng" kern="1200" noProof="0" dirty="0"/>
            <a:t>books</a:t>
          </a:r>
          <a:r>
            <a:rPr lang="en-US" sz="1600" kern="1200" noProof="0" dirty="0"/>
            <a:t>; but </a:t>
          </a:r>
          <a:r>
            <a:rPr lang="en-US" sz="1600" b="1" kern="1200" noProof="0" dirty="0"/>
            <a:t>these </a:t>
          </a:r>
          <a:r>
            <a:rPr lang="en-US" sz="1600" b="1" u="sng" kern="1200" noProof="0" dirty="0"/>
            <a:t>ones</a:t>
          </a:r>
          <a:r>
            <a:rPr lang="en-US" sz="1600" b="1" kern="1200" noProof="0" dirty="0"/>
            <a:t> </a:t>
          </a:r>
          <a:r>
            <a:rPr lang="en-US" sz="1600" kern="1200" noProof="0" dirty="0"/>
            <a:t>are awesome.</a:t>
          </a:r>
        </a:p>
      </dsp:txBody>
      <dsp:txXfrm>
        <a:off x="7527146" y="983326"/>
        <a:ext cx="3299895" cy="1493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5F82B-41AC-4C59-9791-908D03B1F0B0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A2016-274E-411A-B6BB-F800613D3020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66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09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15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1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97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254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80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186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21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7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5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196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7796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92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0807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21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999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1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photos/estudio-cuarto-de-trabajo-oficina-789631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77527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C6F269C0-E938-4ACE-9291-680DA455A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BA333-5F85-F575-2E7D-E2080848E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628618"/>
            <a:ext cx="5627915" cy="2029916"/>
          </a:xfrm>
        </p:spPr>
        <p:txBody>
          <a:bodyPr>
            <a:normAutofit/>
          </a:bodyPr>
          <a:lstStyle/>
          <a:p>
            <a:r>
              <a:rPr lang="en-US" sz="6600" b="1" cap="none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Foundations</a:t>
            </a:r>
            <a:r>
              <a:rPr lang="en-US" b="1" cap="none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1E56C1-1C1B-2134-EF63-AFE77E6EC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3843868"/>
            <a:ext cx="2852058" cy="836989"/>
          </a:xfrm>
        </p:spPr>
        <p:txBody>
          <a:bodyPr>
            <a:normAutofit/>
          </a:bodyPr>
          <a:lstStyle/>
          <a:p>
            <a:r>
              <a:rPr lang="en-US" sz="4400" b="1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Units 1 - 3</a:t>
            </a:r>
          </a:p>
        </p:txBody>
      </p:sp>
      <p:sp useBgFill="1">
        <p:nvSpPr>
          <p:cNvPr id="20" name="Snip Diagonal Corner Rectangle 6">
            <a:extLst>
              <a:ext uri="{FF2B5EF4-FFF2-40B4-BE49-F238E27FC236}">
                <a16:creationId xmlns:a16="http://schemas.microsoft.com/office/drawing/2014/main" id="{353910D8-86D8-4812-AACB-F5860956E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4977369" cy="5286838"/>
          </a:xfrm>
          <a:prstGeom prst="snip2DiagRect">
            <a:avLst>
              <a:gd name="adj1" fmla="val 9763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EC548D05-DAE9-907B-BFF3-51F757530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12" y="2465077"/>
            <a:ext cx="3997242" cy="1619279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0DDB13E-0746-49BA-B832-3DBEF6AB5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5ABE57-032A-4BDB-8DA5-921E3A265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1CBD4F3-E4C6-4345-B5B9-225E609D3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AD7E20A-1B41-40E2-9927-FD6E3E09D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C5E4E-9C9A-4C8F-A06F-0C25A124E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382779-711D-4169-BCDC-A353BB9E7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7316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61E63-010C-96C4-9135-F65CF046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Evaluation Criteria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8D4E78-4638-3D97-74D3-3448603B0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65475" cy="3233057"/>
          </a:xfrm>
          <a:prstGeom prst="snip2DiagRect">
            <a:avLst>
              <a:gd name="adj1" fmla="val 0"/>
              <a:gd name="adj2" fmla="val 14559"/>
            </a:avLst>
          </a:prstGeom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381000" h="381000" prst="coolSlant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1800" noProof="0" dirty="0"/>
              <a:t>Written exam 35% (Listening/Voc/Grammar/Reading)</a:t>
            </a:r>
          </a:p>
          <a:p>
            <a:r>
              <a:rPr lang="en-US" sz="1800" noProof="0" dirty="0"/>
              <a:t>Cambridge platform 20%</a:t>
            </a:r>
          </a:p>
          <a:p>
            <a:r>
              <a:rPr lang="en-US" sz="1800" noProof="0" dirty="0"/>
              <a:t>Quiz 15%</a:t>
            </a:r>
          </a:p>
          <a:p>
            <a:r>
              <a:rPr lang="en-US" sz="1800" noProof="0" dirty="0"/>
              <a:t>Speaking exam 15%</a:t>
            </a:r>
          </a:p>
          <a:p>
            <a:r>
              <a:rPr lang="en-US" sz="1800" noProof="0" dirty="0"/>
              <a:t>Participations/Homework/Writings 15%</a:t>
            </a:r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2C114087-376E-7C90-C13A-3BC902746EA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1797949"/>
              </p:ext>
            </p:extLst>
          </p:nvPr>
        </p:nvGraphicFramePr>
        <p:xfrm>
          <a:off x="5810253" y="339875"/>
          <a:ext cx="5697535" cy="4147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313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1511F85B-5967-428B-BE8B-819A79813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Picture 3" descr="Captura superior de una representación de redes con figuras de palo.">
            <a:extLst>
              <a:ext uri="{FF2B5EF4-FFF2-40B4-BE49-F238E27FC236}">
                <a16:creationId xmlns:a16="http://schemas.microsoft.com/office/drawing/2014/main" id="{56A2FF15-2BE9-002D-0C31-32F85A1B8B5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t="8902" b="651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2" name="Snip Diagonal Corner Rectangle 6">
            <a:extLst>
              <a:ext uri="{FF2B5EF4-FFF2-40B4-BE49-F238E27FC236}">
                <a16:creationId xmlns:a16="http://schemas.microsoft.com/office/drawing/2014/main" id="{28DA8D05-CF65-4382-8BF4-2A08754DB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1075" cy="6857998"/>
          </a:xfrm>
          <a:prstGeom prst="snip2DiagRect">
            <a:avLst>
              <a:gd name="adj1" fmla="val 0"/>
              <a:gd name="adj2" fmla="val 42414"/>
            </a:avLst>
          </a:prstGeom>
          <a:gradFill>
            <a:gsLst>
              <a:gs pos="2000">
                <a:schemeClr val="dk2">
                  <a:tint val="97000"/>
                  <a:hueMod val="92000"/>
                  <a:satMod val="169000"/>
                  <a:lumMod val="164000"/>
                  <a:alpha val="79000"/>
                </a:schemeClr>
              </a:gs>
              <a:gs pos="100000">
                <a:schemeClr val="dk2">
                  <a:shade val="96000"/>
                  <a:satMod val="120000"/>
                  <a:lumMod val="90000"/>
                  <a:alpha val="88000"/>
                </a:schemeClr>
              </a:gs>
            </a:gsLst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59D425-31D7-E027-2338-ADCE1A9A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692" y="2057838"/>
            <a:ext cx="8757783" cy="218106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b="1" cap="none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Unit 1</a:t>
            </a:r>
            <a:br>
              <a:rPr lang="en-US" sz="4800" b="1" cap="none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</a:br>
            <a:br>
              <a:rPr lang="en-US" sz="4800" b="1" cap="none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</a:br>
            <a:r>
              <a:rPr lang="en-US" sz="4800" b="1" cap="none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Connections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0C6252F-9468-4CFE-8A28-0DFE703FB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1344" y="9144"/>
            <a:ext cx="6080656" cy="6163733"/>
            <a:chOff x="6108170" y="8467"/>
            <a:chExt cx="6080656" cy="6163733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873F8F7-6FEE-4BB3-94A3-78B5C2FF1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F5B2264-1E71-4A5B-ABFC-2832FD78E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6E0A76D-9460-46B8-BD58-9E9BF9CEB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7E3790F-67C5-42CD-B933-75C6F3250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EF3C2C4-F6BB-4D14-8577-3649162D0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074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 useBgFill="1">
        <p:nvSpPr>
          <p:cNvPr id="26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B18457-86E8-B072-8D65-1921B263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635982"/>
            <a:ext cx="3674428" cy="922328"/>
          </a:xfrm>
        </p:spPr>
        <p:txBody>
          <a:bodyPr>
            <a:normAutofit/>
          </a:bodyPr>
          <a:lstStyle/>
          <a:p>
            <a:r>
              <a:rPr lang="en-US" sz="4000" noProof="0" dirty="0">
                <a:solidFill>
                  <a:schemeClr val="tx2"/>
                </a:solidFill>
              </a:rPr>
              <a:t>Verb “To be”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97517E-0B49-1FB1-1B1E-08D8F3A66A1F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84211" y="1634472"/>
            <a:ext cx="7484429" cy="787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>
                <a:solidFill>
                  <a:schemeClr val="tx1"/>
                </a:solidFill>
              </a:rPr>
              <a:t>We use “be” to talk about mostly descriptions and states.</a:t>
            </a:r>
          </a:p>
        </p:txBody>
      </p:sp>
      <p:graphicFrame>
        <p:nvGraphicFramePr>
          <p:cNvPr id="4" name="Tabla 8">
            <a:extLst>
              <a:ext uri="{FF2B5EF4-FFF2-40B4-BE49-F238E27FC236}">
                <a16:creationId xmlns:a16="http://schemas.microsoft.com/office/drawing/2014/main" id="{886EC523-B937-42ED-9462-7FE338BBB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727574"/>
              </p:ext>
            </p:extLst>
          </p:nvPr>
        </p:nvGraphicFramePr>
        <p:xfrm>
          <a:off x="684211" y="2815572"/>
          <a:ext cx="9668512" cy="1473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1800543">
                  <a:extLst>
                    <a:ext uri="{9D8B030D-6E8A-4147-A177-3AD203B41FA5}">
                      <a16:colId xmlns:a16="http://schemas.microsoft.com/office/drawing/2014/main" val="200450132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943163985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3793896080"/>
                    </a:ext>
                  </a:extLst>
                </a:gridCol>
                <a:gridCol w="1136968">
                  <a:extLst>
                    <a:ext uri="{9D8B030D-6E8A-4147-A177-3AD203B41FA5}">
                      <a16:colId xmlns:a16="http://schemas.microsoft.com/office/drawing/2014/main" val="3818834731"/>
                    </a:ext>
                  </a:extLst>
                </a:gridCol>
                <a:gridCol w="1649730">
                  <a:extLst>
                    <a:ext uri="{9D8B030D-6E8A-4147-A177-3AD203B41FA5}">
                      <a16:colId xmlns:a16="http://schemas.microsoft.com/office/drawing/2014/main" val="1847667091"/>
                    </a:ext>
                  </a:extLst>
                </a:gridCol>
                <a:gridCol w="1511618">
                  <a:extLst>
                    <a:ext uri="{9D8B030D-6E8A-4147-A177-3AD203B41FA5}">
                      <a16:colId xmlns:a16="http://schemas.microsoft.com/office/drawing/2014/main" val="1950870919"/>
                    </a:ext>
                  </a:extLst>
                </a:gridCol>
                <a:gridCol w="1517968">
                  <a:extLst>
                    <a:ext uri="{9D8B030D-6E8A-4147-A177-3AD203B41FA5}">
                      <a16:colId xmlns:a16="http://schemas.microsoft.com/office/drawing/2014/main" val="3430142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Subject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Verb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noProof="0" dirty="0"/>
                        <a:t>Affirmative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noProof="0" dirty="0"/>
                        <a:t>Negative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896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Am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 am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I’m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 am not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noProof="0" dirty="0"/>
                        <a:t>I’m not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552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He, She, It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(He) is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(He)’s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(She) is not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(It)’s not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(She) isn’t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609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You, We, They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Are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(You) are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(You)’re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(We) are not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(We)’re not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(We) aren’t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358518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3F55145-D7D2-26D9-234C-BA6F8B3D6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852575"/>
              </p:ext>
            </p:extLst>
          </p:nvPr>
        </p:nvGraphicFramePr>
        <p:xfrm>
          <a:off x="684211" y="4748818"/>
          <a:ext cx="3739198" cy="1473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1833880">
                  <a:extLst>
                    <a:ext uri="{9D8B030D-6E8A-4147-A177-3AD203B41FA5}">
                      <a16:colId xmlns:a16="http://schemas.microsoft.com/office/drawing/2014/main" val="2683754198"/>
                    </a:ext>
                  </a:extLst>
                </a:gridCol>
                <a:gridCol w="1905318">
                  <a:extLst>
                    <a:ext uri="{9D8B030D-6E8A-4147-A177-3AD203B41FA5}">
                      <a16:colId xmlns:a16="http://schemas.microsoft.com/office/drawing/2014/main" val="30780916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Short Question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Short Answer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87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Am I…?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noProof="0" dirty="0"/>
                        <a:t>(+) Yes, S + Be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(-) No, S + Be(-)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2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Is (it)…?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02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Are (they)…?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2311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CAE986C-382C-9591-0F08-6E5923643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00139"/>
              </p:ext>
            </p:extLst>
          </p:nvPr>
        </p:nvGraphicFramePr>
        <p:xfrm>
          <a:off x="5429393" y="4748818"/>
          <a:ext cx="3739198" cy="1473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tableStyleId>{D113A9D2-9D6B-4929-AA2D-F23B5EE8CBE7}</a:tableStyleId>
              </a:tblPr>
              <a:tblGrid>
                <a:gridCol w="1833880">
                  <a:extLst>
                    <a:ext uri="{9D8B030D-6E8A-4147-A177-3AD203B41FA5}">
                      <a16:colId xmlns:a16="http://schemas.microsoft.com/office/drawing/2014/main" val="2683754198"/>
                    </a:ext>
                  </a:extLst>
                </a:gridCol>
                <a:gridCol w="1905318">
                  <a:extLst>
                    <a:ext uri="{9D8B030D-6E8A-4147-A177-3AD203B41FA5}">
                      <a16:colId xmlns:a16="http://schemas.microsoft.com/office/drawing/2014/main" val="30780916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Short Question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Short Answer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87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Am I…?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noProof="0"/>
                        <a:t>Affirmative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2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noProof="0" dirty="0"/>
                        <a:t>Is (it)…?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02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Are (they)…?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23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6702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D67143-A444-A065-22F3-A7DD89F4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919" y="685800"/>
            <a:ext cx="3705269" cy="2035629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rgbClr val="FFFFFF"/>
                </a:solidFill>
              </a:rPr>
              <a:t>Possessive Adjectives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5D70662-303F-818A-FD6E-A051B65084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268263"/>
              </p:ext>
            </p:extLst>
          </p:nvPr>
        </p:nvGraphicFramePr>
        <p:xfrm>
          <a:off x="6503794" y="348342"/>
          <a:ext cx="5215968" cy="6161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F422164-433C-A158-6890-73391B93309E}"/>
              </a:ext>
            </a:extLst>
          </p:cNvPr>
          <p:cNvSpPr txBox="1"/>
          <p:nvPr/>
        </p:nvSpPr>
        <p:spPr>
          <a:xfrm>
            <a:off x="1621971" y="2590800"/>
            <a:ext cx="4191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Possessive adjectives are used to describe who is the possessor of an object. </a:t>
            </a:r>
          </a:p>
          <a:p>
            <a:endParaRPr lang="en-US" noProof="0" dirty="0"/>
          </a:p>
          <a:p>
            <a:r>
              <a:rPr lang="en-US" noProof="0" dirty="0"/>
              <a:t>First, we indicate the possessor and next the object to posses. </a:t>
            </a:r>
          </a:p>
        </p:txBody>
      </p:sp>
      <p:graphicFrame>
        <p:nvGraphicFramePr>
          <p:cNvPr id="11" name="Diagrama 10">
            <a:extLst>
              <a:ext uri="{FF2B5EF4-FFF2-40B4-BE49-F238E27FC236}">
                <a16:creationId xmlns:a16="http://schemas.microsoft.com/office/drawing/2014/main" id="{F2727360-2C2D-F26F-F01C-B16F9D4E57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2358144"/>
              </p:ext>
            </p:extLst>
          </p:nvPr>
        </p:nvGraphicFramePr>
        <p:xfrm>
          <a:off x="1996517" y="4435646"/>
          <a:ext cx="3367314" cy="2317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EBA65D24-027C-C5BC-36D4-0FFAA7793D43}"/>
              </a:ext>
            </a:extLst>
          </p:cNvPr>
          <p:cNvSpPr/>
          <p:nvPr/>
        </p:nvSpPr>
        <p:spPr>
          <a:xfrm>
            <a:off x="8624533" y="1213486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8830612C-85CB-0AF2-FA68-75E1BA9B2984}"/>
              </a:ext>
            </a:extLst>
          </p:cNvPr>
          <p:cNvSpPr/>
          <p:nvPr/>
        </p:nvSpPr>
        <p:spPr>
          <a:xfrm>
            <a:off x="8624533" y="1921056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12A989B1-FCC2-E359-DE4F-FEC0E5E75CD8}"/>
              </a:ext>
            </a:extLst>
          </p:cNvPr>
          <p:cNvSpPr/>
          <p:nvPr/>
        </p:nvSpPr>
        <p:spPr>
          <a:xfrm>
            <a:off x="8624533" y="262345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6D78AF1D-E7FB-F8B1-0376-D714502D6EAC}"/>
              </a:ext>
            </a:extLst>
          </p:cNvPr>
          <p:cNvSpPr/>
          <p:nvPr/>
        </p:nvSpPr>
        <p:spPr>
          <a:xfrm>
            <a:off x="8624533" y="333102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4A05AF6-A215-4070-68BB-15EA2C863012}"/>
              </a:ext>
            </a:extLst>
          </p:cNvPr>
          <p:cNvSpPr/>
          <p:nvPr/>
        </p:nvSpPr>
        <p:spPr>
          <a:xfrm>
            <a:off x="8624533" y="403859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8F8FC58-D21C-8DB5-7B87-7106BB4C7D7A}"/>
              </a:ext>
            </a:extLst>
          </p:cNvPr>
          <p:cNvSpPr/>
          <p:nvPr/>
        </p:nvSpPr>
        <p:spPr>
          <a:xfrm>
            <a:off x="8624533" y="474616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0E9E765A-FF06-1BE5-696A-78AC77054BAF}"/>
              </a:ext>
            </a:extLst>
          </p:cNvPr>
          <p:cNvSpPr/>
          <p:nvPr/>
        </p:nvSpPr>
        <p:spPr>
          <a:xfrm>
            <a:off x="8624533" y="5449602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4C9CE1C6-0E7E-789E-6E56-13BB655E5935}"/>
              </a:ext>
            </a:extLst>
          </p:cNvPr>
          <p:cNvSpPr/>
          <p:nvPr/>
        </p:nvSpPr>
        <p:spPr>
          <a:xfrm>
            <a:off x="8624533" y="615303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68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6E584-9DA4-29EA-98B5-708621DA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C5306B-6826-CB69-A2EE-5CD84852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B53C11-4C3F-BAC4-5AA1-96E1BBD0A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13D160-F91E-AFD9-04D5-D47229529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45" y="4435646"/>
            <a:ext cx="1419541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4BECDF1-01A5-30B7-A957-890F850C1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13">
              <a:extLst>
                <a:ext uri="{FF2B5EF4-FFF2-40B4-BE49-F238E27FC236}">
                  <a16:creationId xmlns:a16="http://schemas.microsoft.com/office/drawing/2014/main" id="{DC690ABD-F8AD-AF47-6E7A-AAE4E974F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0B0CF12-D458-41E4-3542-1FB4A83677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A51155-5CD1-739D-A2BF-263B860FC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0B4120F-82A1-69E3-449A-A77A08602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6629987-D379-AEDC-C42E-02BE90992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212" y="0"/>
            <a:ext cx="465734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EB7512-D474-30AC-9FF5-C2F780B0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472" y="209100"/>
            <a:ext cx="3705269" cy="1200329"/>
          </a:xfrm>
        </p:spPr>
        <p:txBody>
          <a:bodyPr>
            <a:normAutofit/>
          </a:bodyPr>
          <a:lstStyle/>
          <a:p>
            <a:r>
              <a:rPr lang="en-US" sz="3200" noProof="0" dirty="0">
                <a:solidFill>
                  <a:srgbClr val="FFFFFF"/>
                </a:solidFill>
              </a:rPr>
              <a:t>Possessive Pronouns</a:t>
            </a: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EA37F645-9CF0-9B88-6180-9B91C1032D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779148"/>
              </p:ext>
            </p:extLst>
          </p:nvPr>
        </p:nvGraphicFramePr>
        <p:xfrm>
          <a:off x="6503794" y="348342"/>
          <a:ext cx="5215968" cy="6161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BDD79BA3-FE40-6CB7-38C5-FBBF8ECB5A24}"/>
              </a:ext>
            </a:extLst>
          </p:cNvPr>
          <p:cNvSpPr txBox="1"/>
          <p:nvPr/>
        </p:nvSpPr>
        <p:spPr>
          <a:xfrm>
            <a:off x="1607384" y="1618529"/>
            <a:ext cx="419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Possessive pronouns are used to substitute both the possessive adjective and object, when we are talking about the same thing.</a:t>
            </a:r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D138A249-1900-3F27-37E7-D429375EB433}"/>
              </a:ext>
            </a:extLst>
          </p:cNvPr>
          <p:cNvSpPr/>
          <p:nvPr/>
        </p:nvSpPr>
        <p:spPr>
          <a:xfrm>
            <a:off x="8624533" y="1213486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EF3D1F9A-2253-3CA7-E5CE-89FC0AC9402D}"/>
              </a:ext>
            </a:extLst>
          </p:cNvPr>
          <p:cNvSpPr/>
          <p:nvPr/>
        </p:nvSpPr>
        <p:spPr>
          <a:xfrm>
            <a:off x="8624533" y="1921056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3CB1853B-5A43-FCFA-DEFB-CAA9975CA960}"/>
              </a:ext>
            </a:extLst>
          </p:cNvPr>
          <p:cNvSpPr/>
          <p:nvPr/>
        </p:nvSpPr>
        <p:spPr>
          <a:xfrm>
            <a:off x="8624533" y="262345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0602CBD0-BE52-DE90-3137-D050B47BDEB6}"/>
              </a:ext>
            </a:extLst>
          </p:cNvPr>
          <p:cNvSpPr/>
          <p:nvPr/>
        </p:nvSpPr>
        <p:spPr>
          <a:xfrm>
            <a:off x="8624533" y="333102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ACDB227F-A1CD-7493-D739-6D9926137F0E}"/>
              </a:ext>
            </a:extLst>
          </p:cNvPr>
          <p:cNvSpPr/>
          <p:nvPr/>
        </p:nvSpPr>
        <p:spPr>
          <a:xfrm>
            <a:off x="8624533" y="403859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54F34BFB-30A7-2F89-BB21-61364CDAD728}"/>
              </a:ext>
            </a:extLst>
          </p:cNvPr>
          <p:cNvSpPr/>
          <p:nvPr/>
        </p:nvSpPr>
        <p:spPr>
          <a:xfrm>
            <a:off x="8624533" y="474616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02F13EC4-9226-08FC-A0A4-67AD2CBA4F2D}"/>
              </a:ext>
            </a:extLst>
          </p:cNvPr>
          <p:cNvSpPr/>
          <p:nvPr/>
        </p:nvSpPr>
        <p:spPr>
          <a:xfrm>
            <a:off x="8624533" y="5449602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B12372AE-C021-E2E9-895A-383E860C11AA}"/>
              </a:ext>
            </a:extLst>
          </p:cNvPr>
          <p:cNvSpPr/>
          <p:nvPr/>
        </p:nvSpPr>
        <p:spPr>
          <a:xfrm>
            <a:off x="8624533" y="6153037"/>
            <a:ext cx="1306286" cy="195943"/>
          </a:xfrm>
          <a:prstGeom prst="rightArrow">
            <a:avLst>
              <a:gd name="adj1" fmla="val 61666"/>
              <a:gd name="adj2" fmla="val 23861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8DF1F939-94CE-6183-4E1A-6F9172A6D9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396422"/>
              </p:ext>
            </p:extLst>
          </p:nvPr>
        </p:nvGraphicFramePr>
        <p:xfrm>
          <a:off x="1561591" y="3471580"/>
          <a:ext cx="4347031" cy="2611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Botón de acción: obtener información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C2C5C07-D682-E99C-80A6-694BC61C75BC}"/>
              </a:ext>
            </a:extLst>
          </p:cNvPr>
          <p:cNvSpPr/>
          <p:nvPr/>
        </p:nvSpPr>
        <p:spPr>
          <a:xfrm>
            <a:off x="165898" y="367013"/>
            <a:ext cx="1042416" cy="1042416"/>
          </a:xfrm>
          <a:prstGeom prst="actionButtonInform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ángulo: biselado 4">
            <a:extLst>
              <a:ext uri="{FF2B5EF4-FFF2-40B4-BE49-F238E27FC236}">
                <a16:creationId xmlns:a16="http://schemas.microsoft.com/office/drawing/2014/main" id="{32676213-C0BA-7D7B-37E6-1442B55083AE}"/>
              </a:ext>
            </a:extLst>
          </p:cNvPr>
          <p:cNvSpPr/>
          <p:nvPr/>
        </p:nvSpPr>
        <p:spPr>
          <a:xfrm>
            <a:off x="2841171" y="1213486"/>
            <a:ext cx="7089648" cy="3760825"/>
          </a:xfrm>
          <a:prstGeom prst="bevel">
            <a:avLst>
              <a:gd name="adj" fmla="val 5843"/>
            </a:avLst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Important information!!!</a:t>
            </a:r>
          </a:p>
          <a:p>
            <a:pPr algn="ctr"/>
            <a:endParaRPr lang="en-US" noProof="0" dirty="0"/>
          </a:p>
          <a:p>
            <a:pPr algn="ctr"/>
            <a:r>
              <a:rPr lang="en-US" noProof="0" dirty="0"/>
              <a:t>The possessive pronouns can be both subject or object</a:t>
            </a:r>
          </a:p>
          <a:p>
            <a:pPr algn="ctr"/>
            <a:endParaRPr lang="en-US" noProof="0" dirty="0"/>
          </a:p>
          <a:p>
            <a:pPr algn="ctr"/>
            <a:r>
              <a:rPr lang="en-US" b="1" noProof="0" dirty="0"/>
              <a:t>Subject</a:t>
            </a:r>
            <a:r>
              <a:rPr lang="en-US" noProof="0" dirty="0"/>
              <a:t>: My phone is a Blackview. </a:t>
            </a:r>
            <a:r>
              <a:rPr lang="en-US" b="1" i="1" noProof="0" dirty="0"/>
              <a:t>Yours</a:t>
            </a:r>
            <a:r>
              <a:rPr lang="en-US" noProof="0" dirty="0"/>
              <a:t> is an iPhone.</a:t>
            </a:r>
          </a:p>
          <a:p>
            <a:pPr algn="ctr"/>
            <a:endParaRPr lang="en-US" noProof="0" dirty="0"/>
          </a:p>
          <a:p>
            <a:pPr algn="ctr"/>
            <a:r>
              <a:rPr lang="en-US" b="1" noProof="0" dirty="0"/>
              <a:t>Object</a:t>
            </a:r>
            <a:r>
              <a:rPr lang="en-US" noProof="0" dirty="0"/>
              <a:t>: I don’t like </a:t>
            </a:r>
            <a:r>
              <a:rPr lang="en-US" b="1" i="1" noProof="0" dirty="0"/>
              <a:t>your phone</a:t>
            </a:r>
            <a:r>
              <a:rPr lang="en-US" noProof="0" dirty="0"/>
              <a:t>. I like </a:t>
            </a:r>
            <a:r>
              <a:rPr lang="en-US" b="1" i="1" noProof="0" dirty="0"/>
              <a:t>hers</a:t>
            </a:r>
            <a:r>
              <a:rPr lang="en-US" noProof="0" dirty="0"/>
              <a:t>.</a:t>
            </a:r>
          </a:p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22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16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18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20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22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4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26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gradFill>
            <a:gsLst>
              <a:gs pos="10000">
                <a:schemeClr val="bg1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bg1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Marcador de contenido 4" descr="Imagen de la pantalla de un ordenador portátil sobre una mesa">
            <a:extLst>
              <a:ext uri="{FF2B5EF4-FFF2-40B4-BE49-F238E27FC236}">
                <a16:creationId xmlns:a16="http://schemas.microsoft.com/office/drawing/2014/main" id="{AA088889-3917-EEF3-E634-3B7601E07E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626" b="77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1D2001-EBE5-07E9-EB9E-6FB48604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7540625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noProof="0" dirty="0"/>
              <a:t>Unit 2 – Work and Study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A75029C-64B9-41D0-9540-75846D4B0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8170" y="9144"/>
            <a:ext cx="6080656" cy="6163733"/>
            <a:chOff x="6108170" y="8467"/>
            <a:chExt cx="6080656" cy="616373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AF6B07A-A0CD-4593-B501-E1D50968C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1C2E537-D046-43E9-B78A-8D770E4C0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F1ED42C-32AB-4AA5-B9D5-2ADF552B0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2B69715-83DD-4F53-8564-D95D5D23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5BC2EBE-B4C1-42F9-9914-0F430C060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5421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BC76A1C-3B7E-BD2E-762F-D5C486C7D9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373786"/>
              </p:ext>
            </p:extLst>
          </p:nvPr>
        </p:nvGraphicFramePr>
        <p:xfrm>
          <a:off x="1828800" y="1208316"/>
          <a:ext cx="85344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18748916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4058001019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185630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DO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HAVE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MAKE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17448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🧹 the housework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🎉 a party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🛏️ the bed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969490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🍽️ the dishes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🛋️ free time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🗓️ plans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545119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🧺 the laundry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🥨 a snack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🤔 a decision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862409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💻 some work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🥤 something to drink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👋 friends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619028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🔬 research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😄 a good time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❌ a mistake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246304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🧘 yoga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🍝 dinner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🍳 dinner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4137402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noProof="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☕ coffee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noProof="0" dirty="0">
                          <a:effectLst/>
                        </a:rPr>
                        <a:t>☕ coffee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69127417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D510068-F15F-B36B-92EC-994FF47EF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631789"/>
            <a:ext cx="2634343" cy="646331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Actions or obligations.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FEFE4DF-23C4-3479-F171-6A9376923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2657" y="4631789"/>
            <a:ext cx="2634343" cy="646331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Things we create or produce.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AEAAE5C-D84D-DF61-1999-9A411A9CA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1357" y="4631789"/>
            <a:ext cx="2449286" cy="646331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HAVE</a:t>
            </a:r>
            <a:r>
              <a: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Experiences and events.</a:t>
            </a:r>
          </a:p>
        </p:txBody>
      </p:sp>
    </p:spTree>
    <p:extLst>
      <p:ext uri="{BB962C8B-B14F-4D97-AF65-F5344CB8AC3E}">
        <p14:creationId xmlns:p14="http://schemas.microsoft.com/office/powerpoint/2010/main" val="237587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61298746-45D4-45BA-B467-3785366EE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C6C0FD71-173E-4AC1-A9F7-7A34DE0C2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4653464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innerShdw blurRad="57150" dist="381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C1F08C-AB9F-40D3-B27B-B27A0CEF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97" y="449693"/>
            <a:ext cx="3652266" cy="749808"/>
          </a:xfrm>
        </p:spPr>
        <p:txBody>
          <a:bodyPr anchor="t">
            <a:normAutofit/>
          </a:bodyPr>
          <a:lstStyle/>
          <a:p>
            <a:r>
              <a:rPr lang="en-US" sz="3200" b="1" cap="none" spc="50" noProof="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Simple Present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31281D-381D-F9ED-8B40-AF4098C3927A}"/>
              </a:ext>
            </a:extLst>
          </p:cNvPr>
          <p:cNvSpPr txBox="1"/>
          <p:nvPr/>
        </p:nvSpPr>
        <p:spPr>
          <a:xfrm>
            <a:off x="379493" y="1199501"/>
            <a:ext cx="3894473" cy="341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1800" b="1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Gothic" panose="020B0502020202020204" pitchFamily="34" charset="0"/>
              </a:rPr>
              <a:t>The simple present describes habits and general facts about people.</a:t>
            </a:r>
          </a:p>
          <a:p>
            <a:pPr marL="0" indent="0" algn="l" rtl="0" eaLnBrk="1" latinLnBrk="0" hangingPunct="1">
              <a:buNone/>
            </a:pPr>
            <a:endParaRPr lang="en-US" sz="1800" b="1" noProof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en-US" sz="1800" b="1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Gothic" panose="020B0502020202020204" pitchFamily="34" charset="0"/>
              </a:rPr>
              <a:t>For example:</a:t>
            </a:r>
          </a:p>
          <a:p>
            <a:pPr marL="0" indent="0" algn="l" rtl="0" eaLnBrk="1" latinLnBrk="0" hangingPunct="1">
              <a:buNone/>
            </a:pPr>
            <a:r>
              <a:rPr lang="en-US" sz="1800" b="1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Gothic" panose="020B0502020202020204" pitchFamily="34" charset="0"/>
              </a:rPr>
              <a:t>Tom works at a large company.</a:t>
            </a:r>
          </a:p>
          <a:p>
            <a:pPr marL="0" indent="0" algn="l" rtl="0" eaLnBrk="1" latinLnBrk="0" hangingPunct="1">
              <a:buNone/>
            </a:pPr>
            <a:r>
              <a:rPr lang="en-US" sz="1800" b="1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Gothic" panose="020B0502020202020204" pitchFamily="34" charset="0"/>
              </a:rPr>
              <a:t>I enjoy watching horror films.</a:t>
            </a:r>
          </a:p>
          <a:p>
            <a:pPr marL="0" indent="0" algn="l" rtl="0" eaLnBrk="1" latinLnBrk="0" hangingPunct="1">
              <a:buNone/>
            </a:pPr>
            <a:r>
              <a:rPr lang="en-US" sz="1800" b="1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Gothic" panose="020B0502020202020204" pitchFamily="34" charset="0"/>
              </a:rPr>
              <a:t>They are students.</a:t>
            </a:r>
          </a:p>
          <a:p>
            <a:pPr marL="0" indent="0" algn="l" rtl="0" eaLnBrk="1" latinLnBrk="0" hangingPunct="1">
              <a:buNone/>
            </a:pPr>
            <a:endParaRPr lang="en-US" b="1" noProof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entury Gothic" panose="020B050202020202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en-US" b="1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entury Gothic" panose="020B0502020202020204" pitchFamily="34" charset="0"/>
              </a:rPr>
              <a:t>When using He / She / It in affirmative, we add an “s” to the verb.</a:t>
            </a:r>
            <a:endParaRPr lang="en-US" b="1" noProof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88BD4B9A-C875-C234-A746-8E8ACB617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501397"/>
              </p:ext>
            </p:extLst>
          </p:nvPr>
        </p:nvGraphicFramePr>
        <p:xfrm>
          <a:off x="4975792" y="937260"/>
          <a:ext cx="6893878" cy="9804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78293">
                  <a:extLst>
                    <a:ext uri="{9D8B030D-6E8A-4147-A177-3AD203B41FA5}">
                      <a16:colId xmlns:a16="http://schemas.microsoft.com/office/drawing/2014/main" val="2004501327"/>
                    </a:ext>
                  </a:extLst>
                </a:gridCol>
                <a:gridCol w="2560955">
                  <a:extLst>
                    <a:ext uri="{9D8B030D-6E8A-4147-A177-3AD203B41FA5}">
                      <a16:colId xmlns:a16="http://schemas.microsoft.com/office/drawing/2014/main" val="3793896080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1847667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Affirmative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896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I, You, We, They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 </a:t>
                      </a:r>
                      <a:r>
                        <a:rPr lang="en-US" sz="1400" b="1" u="sng" noProof="0" dirty="0"/>
                        <a:t>live</a:t>
                      </a:r>
                      <a:r>
                        <a:rPr lang="en-US" sz="1400" noProof="0" dirty="0"/>
                        <a:t> in Aguascalientes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 </a:t>
                      </a:r>
                      <a:r>
                        <a:rPr lang="en-US" sz="1400" b="1" noProof="0" dirty="0"/>
                        <a:t>don’t</a:t>
                      </a:r>
                      <a:r>
                        <a:rPr lang="en-US" sz="1400" noProof="0" dirty="0"/>
                        <a:t> </a:t>
                      </a:r>
                      <a:r>
                        <a:rPr lang="en-US" sz="1400" noProof="0" dirty="0">
                          <a:highlight>
                            <a:srgbClr val="FFFF00"/>
                          </a:highlight>
                        </a:rPr>
                        <a:t>work</a:t>
                      </a:r>
                      <a:r>
                        <a:rPr lang="en-US" sz="1400" noProof="0" dirty="0"/>
                        <a:t> in a hospital.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552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He, She,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She </a:t>
                      </a:r>
                      <a:r>
                        <a:rPr lang="en-US" sz="1400" b="1" u="sng" noProof="0" dirty="0"/>
                        <a:t>live</a:t>
                      </a:r>
                      <a:r>
                        <a:rPr lang="en-US" sz="1400" b="1" u="sng" noProof="0" dirty="0">
                          <a:highlight>
                            <a:srgbClr val="FFFF00"/>
                          </a:highlight>
                        </a:rPr>
                        <a:t>s</a:t>
                      </a:r>
                      <a:r>
                        <a:rPr lang="en-US" sz="1400" noProof="0" dirty="0"/>
                        <a:t> in Aguascalientes.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He </a:t>
                      </a:r>
                      <a:r>
                        <a:rPr lang="en-US" sz="1400" b="1" noProof="0" dirty="0"/>
                        <a:t>doesn’t</a:t>
                      </a:r>
                      <a:r>
                        <a:rPr lang="en-US" sz="1400" noProof="0" dirty="0"/>
                        <a:t> </a:t>
                      </a:r>
                      <a:r>
                        <a:rPr lang="en-US" sz="1400" noProof="0" dirty="0">
                          <a:highlight>
                            <a:srgbClr val="FFFF00"/>
                          </a:highlight>
                        </a:rPr>
                        <a:t>work</a:t>
                      </a:r>
                      <a:r>
                        <a:rPr lang="en-US" sz="1400" noProof="0" dirty="0"/>
                        <a:t> in a hospital.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609636"/>
                  </a:ext>
                </a:extLst>
              </a:tr>
            </a:tbl>
          </a:graphicData>
        </a:graphic>
      </p:graphicFrame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8B5D23B1-E598-7296-530F-F070A8100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883153"/>
              </p:ext>
            </p:extLst>
          </p:nvPr>
        </p:nvGraphicFramePr>
        <p:xfrm>
          <a:off x="5032956" y="2910840"/>
          <a:ext cx="5769851" cy="10363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78293">
                  <a:extLst>
                    <a:ext uri="{9D8B030D-6E8A-4147-A177-3AD203B41FA5}">
                      <a16:colId xmlns:a16="http://schemas.microsoft.com/office/drawing/2014/main" val="1520490346"/>
                    </a:ext>
                  </a:extLst>
                </a:gridCol>
                <a:gridCol w="2592705">
                  <a:extLst>
                    <a:ext uri="{9D8B030D-6E8A-4147-A177-3AD203B41FA5}">
                      <a16:colId xmlns:a16="http://schemas.microsoft.com/office/drawing/2014/main" val="2685408818"/>
                    </a:ext>
                  </a:extLst>
                </a:gridCol>
                <a:gridCol w="1598853">
                  <a:extLst>
                    <a:ext uri="{9D8B030D-6E8A-4147-A177-3AD203B41FA5}">
                      <a16:colId xmlns:a16="http://schemas.microsoft.com/office/drawing/2014/main" val="3812684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kern="1200" noProof="0" dirty="0">
                          <a:solidFill>
                            <a:schemeClr val="tx1"/>
                          </a:solidFill>
                        </a:rPr>
                        <a:t>Closed Question</a:t>
                      </a:r>
                      <a:endParaRPr lang="en-US" sz="14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kern="1200" noProof="0" dirty="0">
                          <a:solidFill>
                            <a:schemeClr val="tx1"/>
                          </a:solidFill>
                        </a:rPr>
                        <a:t>Closed Answer</a:t>
                      </a:r>
                      <a:endParaRPr lang="en-US" sz="14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6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I, You, We, They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i="1" kern="1200" noProof="0" dirty="0">
                          <a:solidFill>
                            <a:sysClr val="windowText" lastClr="000000"/>
                          </a:solidFill>
                        </a:rPr>
                        <a:t>Do</a:t>
                      </a:r>
                      <a:r>
                        <a:rPr lang="en-US" sz="1400" b="0" kern="1200" noProof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400" b="0" u="sng" kern="1200" noProof="0" dirty="0">
                          <a:solidFill>
                            <a:sysClr val="windowText" lastClr="000000"/>
                          </a:solidFill>
                        </a:rPr>
                        <a:t>you</a:t>
                      </a:r>
                      <a:r>
                        <a:rPr lang="en-US" sz="1400" b="0" kern="1200" noProof="0" dirty="0">
                          <a:solidFill>
                            <a:sysClr val="windowText" lastClr="000000"/>
                          </a:solidFill>
                        </a:rPr>
                        <a:t> speak French?</a:t>
                      </a:r>
                      <a:endParaRPr lang="en-US" sz="1400" b="0" kern="1200" noProof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kern="1200" noProof="0" dirty="0">
                          <a:solidFill>
                            <a:sysClr val="windowText" lastClr="000000"/>
                          </a:solidFill>
                        </a:rPr>
                        <a:t>Yes, Sub +Aux</a:t>
                      </a:r>
                    </a:p>
                    <a:p>
                      <a:pPr marL="0" algn="l" defTabSz="457200" rtl="0" eaLnBrk="1" latinLnBrk="0" hangingPunct="1"/>
                      <a:endParaRPr lang="en-US" sz="1400" b="0" kern="1200" noProof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r>
                        <a:rPr lang="en-US" sz="1400" b="0" kern="1200" noProof="0" dirty="0">
                          <a:solidFill>
                            <a:sysClr val="windowText" lastClr="000000"/>
                          </a:solidFill>
                        </a:rPr>
                        <a:t>No, Sub + Aux(-)</a:t>
                      </a:r>
                      <a:endParaRPr lang="en-US" sz="1400" b="0" kern="1200" noProof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53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He, She,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i="1" kern="1200" noProof="0" dirty="0">
                          <a:solidFill>
                            <a:sysClr val="windowText" lastClr="000000"/>
                          </a:solidFill>
                        </a:rPr>
                        <a:t>Does</a:t>
                      </a:r>
                      <a:r>
                        <a:rPr lang="en-US" sz="1400" b="0" kern="1200" noProof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400" b="0" u="sng" kern="1200" noProof="0" dirty="0">
                          <a:solidFill>
                            <a:sysClr val="windowText" lastClr="000000"/>
                          </a:solidFill>
                        </a:rPr>
                        <a:t>Robert</a:t>
                      </a:r>
                      <a:r>
                        <a:rPr lang="en-US" sz="1400" b="0" kern="1200" noProof="0" dirty="0">
                          <a:solidFill>
                            <a:sysClr val="windowText" lastClr="000000"/>
                          </a:solidFill>
                        </a:rPr>
                        <a:t> speak French?</a:t>
                      </a:r>
                      <a:endParaRPr lang="en-US" sz="1400" b="0" kern="1200" noProof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329333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E69FD5A9-A6D4-1A50-6545-B1A19EDD9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052660"/>
              </p:ext>
            </p:extLst>
          </p:nvPr>
        </p:nvGraphicFramePr>
        <p:xfrm>
          <a:off x="5090211" y="4884420"/>
          <a:ext cx="5769851" cy="9804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78293">
                  <a:extLst>
                    <a:ext uri="{9D8B030D-6E8A-4147-A177-3AD203B41FA5}">
                      <a16:colId xmlns:a16="http://schemas.microsoft.com/office/drawing/2014/main" val="1520490346"/>
                    </a:ext>
                  </a:extLst>
                </a:gridCol>
                <a:gridCol w="2592705">
                  <a:extLst>
                    <a:ext uri="{9D8B030D-6E8A-4147-A177-3AD203B41FA5}">
                      <a16:colId xmlns:a16="http://schemas.microsoft.com/office/drawing/2014/main" val="2685408818"/>
                    </a:ext>
                  </a:extLst>
                </a:gridCol>
                <a:gridCol w="1598853">
                  <a:extLst>
                    <a:ext uri="{9D8B030D-6E8A-4147-A177-3AD203B41FA5}">
                      <a16:colId xmlns:a16="http://schemas.microsoft.com/office/drawing/2014/main" val="38126848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kern="1200" noProof="0" dirty="0">
                          <a:solidFill>
                            <a:schemeClr val="tx1"/>
                          </a:solidFill>
                        </a:rPr>
                        <a:t>Open Question</a:t>
                      </a:r>
                      <a:endParaRPr lang="en-US" sz="14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kern="1200" noProof="0" dirty="0">
                          <a:solidFill>
                            <a:schemeClr val="tx1"/>
                          </a:solidFill>
                        </a:rPr>
                        <a:t>Open Answer</a:t>
                      </a:r>
                      <a:endParaRPr lang="en-US" sz="14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6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I, You, We, They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i="1" kern="1200" noProof="0" dirty="0">
                          <a:solidFill>
                            <a:sysClr val="windowText" lastClr="000000"/>
                          </a:solidFill>
                        </a:rPr>
                        <a:t>Where</a:t>
                      </a:r>
                      <a:r>
                        <a:rPr lang="en-US" sz="1400" b="0" i="0" kern="1200" noProof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400" b="1" i="0" kern="1200" noProof="0" dirty="0">
                          <a:solidFill>
                            <a:sysClr val="windowText" lastClr="000000"/>
                          </a:solidFill>
                        </a:rPr>
                        <a:t>do</a:t>
                      </a:r>
                      <a:r>
                        <a:rPr lang="en-US" sz="1400" b="0" i="0" kern="1200" noProof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sz="1400" b="0" i="0" u="sng" kern="1200" noProof="0" dirty="0">
                          <a:solidFill>
                            <a:sysClr val="windowText" lastClr="000000"/>
                          </a:solidFill>
                        </a:rPr>
                        <a:t>you</a:t>
                      </a:r>
                      <a:r>
                        <a:rPr lang="en-US" sz="1400" b="0" i="0" kern="1200" noProof="0" dirty="0">
                          <a:solidFill>
                            <a:sysClr val="windowText" lastClr="000000"/>
                          </a:solidFill>
                        </a:rPr>
                        <a:t> live?</a:t>
                      </a:r>
                      <a:endParaRPr lang="en-US" sz="1400" b="0" kern="1200" noProof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kern="1200" noProof="0">
                          <a:solidFill>
                            <a:sysClr val="windowText" lastClr="000000"/>
                          </a:solidFill>
                        </a:rPr>
                        <a:t>Affirmative</a:t>
                      </a:r>
                      <a:endParaRPr lang="en-US" sz="1400" b="0" kern="1200" noProof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53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He, She,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i="1" kern="1200" noProof="0" dirty="0">
                          <a:solidFill>
                            <a:sysClr val="windowText" lastClr="000000"/>
                          </a:solidFill>
                        </a:rPr>
                        <a:t>Where</a:t>
                      </a:r>
                      <a:r>
                        <a:rPr lang="en-US" sz="1400" b="1" i="0" kern="1200" noProof="0" dirty="0">
                          <a:solidFill>
                            <a:sysClr val="windowText" lastClr="000000"/>
                          </a:solidFill>
                        </a:rPr>
                        <a:t> does </a:t>
                      </a:r>
                      <a:r>
                        <a:rPr lang="en-US" sz="1400" b="0" u="sng" kern="1200" noProof="0" dirty="0">
                          <a:solidFill>
                            <a:sysClr val="windowText" lastClr="000000"/>
                          </a:solidFill>
                        </a:rPr>
                        <a:t>Robert</a:t>
                      </a:r>
                      <a:r>
                        <a:rPr lang="en-US" sz="1400" b="0" kern="1200" noProof="0" dirty="0">
                          <a:solidFill>
                            <a:sysClr val="windowText" lastClr="000000"/>
                          </a:solidFill>
                        </a:rPr>
                        <a:t> live?</a:t>
                      </a:r>
                      <a:endParaRPr lang="en-US" sz="1400" b="0" kern="1200" noProof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32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150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103B461-323C-4912-BFFD-C37582662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BC21318-F4F4-4524-95D1-6B7FE0A78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9FFA8E5-974F-409E-89C6-E185BD909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384E2B1-7008-45EE-9F2E-FEF3A089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4563410-7FE9-4955-89C6-0FB9326CD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AD14C0E-D5DF-4BDC-BD92-642CFF180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5C6ACA56-9AD4-4EE6-8F38-8C18968A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E655210-4EEB-44D9-B394-6FB4139BF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345A139-6761-816F-FB11-CCDC2AA8A6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936080"/>
              </p:ext>
            </p:extLst>
          </p:nvPr>
        </p:nvGraphicFramePr>
        <p:xfrm>
          <a:off x="480480" y="480060"/>
          <a:ext cx="11234508" cy="5897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48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B478E7A-9CA2-45FF-9000-975D46C8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0" y="0"/>
            <a:ext cx="6339840" cy="9990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cap="none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Time expressions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076D9830-12E4-49FF-9787-51F24B09D4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0084649"/>
              </p:ext>
            </p:extLst>
          </p:nvPr>
        </p:nvGraphicFramePr>
        <p:xfrm>
          <a:off x="2504661" y="1193433"/>
          <a:ext cx="7182678" cy="2481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8794D0E-76C3-411C-A95B-9028DA5BA7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507217"/>
              </p:ext>
            </p:extLst>
          </p:nvPr>
        </p:nvGraphicFramePr>
        <p:xfrm>
          <a:off x="3644348" y="3869635"/>
          <a:ext cx="4903304" cy="2865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3415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8A39B-2E59-4212-543B-FD6D15A4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2F3019-80AE-D425-2C1C-B77886B5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665" y="172720"/>
            <a:ext cx="7915276" cy="999067"/>
          </a:xfrm>
        </p:spPr>
        <p:txBody>
          <a:bodyPr>
            <a:normAutofit/>
          </a:bodyPr>
          <a:lstStyle/>
          <a:p>
            <a:pPr algn="ctr"/>
            <a:r>
              <a:rPr lang="en-US" sz="4800" b="1" cap="none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This / That / These / Those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B9C43A-9194-6F0F-3F9B-F356CC3BA013}"/>
              </a:ext>
            </a:extLst>
          </p:cNvPr>
          <p:cNvSpPr txBox="1"/>
          <p:nvPr/>
        </p:nvSpPr>
        <p:spPr>
          <a:xfrm>
            <a:off x="680787" y="1397675"/>
            <a:ext cx="3921693" cy="156966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sz="1600" b="1" i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/ That / These / Those</a:t>
            </a:r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identify objects and people </a:t>
            </a:r>
            <a:r>
              <a:rPr lang="en-US" sz="16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a distance</a:t>
            </a:r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600" noProof="0" dirty="0">
                <a:solidFill>
                  <a:schemeClr val="bg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Be careful</a:t>
            </a:r>
            <a:r>
              <a:rPr lang="en-US" sz="16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if the object is singular or plural and if it is near or far. 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99B73F4D-3299-E2C8-CC41-BC442E3FC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943159"/>
              </p:ext>
            </p:extLst>
          </p:nvPr>
        </p:nvGraphicFramePr>
        <p:xfrm>
          <a:off x="5415213" y="1505674"/>
          <a:ext cx="6096000" cy="110744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86813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4049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41051104"/>
                    </a:ext>
                  </a:extLst>
                </a:gridCol>
              </a:tblGrid>
              <a:tr h="253999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Singular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Plural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035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>
                          <a:solidFill>
                            <a:schemeClr val="tx1"/>
                          </a:solidFill>
                        </a:rPr>
                        <a:t>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These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869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noProof="0" dirty="0">
                          <a:solidFill>
                            <a:schemeClr val="tx1"/>
                          </a:solidFill>
                        </a:rPr>
                        <a:t>Far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Those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736705"/>
                  </a:ext>
                </a:extLst>
              </a:tr>
            </a:tbl>
          </a:graphicData>
        </a:graphic>
      </p:graphicFrame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74DAC2D-C116-6366-280F-EBC66B315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717526"/>
              </p:ext>
            </p:extLst>
          </p:nvPr>
        </p:nvGraphicFramePr>
        <p:xfrm>
          <a:off x="680787" y="3657599"/>
          <a:ext cx="10830426" cy="2480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365223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3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06735B2F-7BC2-EC7E-D1E6-7805000359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5358" b="10686"/>
          <a:stretch>
            <a:fillRect/>
          </a:stretch>
        </p:blipFill>
        <p:spPr>
          <a:xfrm>
            <a:off x="-3175" y="10"/>
            <a:ext cx="1219200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92CF442-99B2-79DB-FB29-27413C27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Unit 3 – Let’s move</a:t>
            </a:r>
          </a:p>
        </p:txBody>
      </p:sp>
    </p:spTree>
    <p:extLst>
      <p:ext uri="{BB962C8B-B14F-4D97-AF65-F5344CB8AC3E}">
        <p14:creationId xmlns:p14="http://schemas.microsoft.com/office/powerpoint/2010/main" val="3820099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B478E7A-9CA2-45FF-9000-975D46C8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55" y="0"/>
            <a:ext cx="7478486" cy="9990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Present Continuous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5AD109-3BC8-4046-8E9C-1D16BC30B6B4}"/>
              </a:ext>
            </a:extLst>
          </p:cNvPr>
          <p:cNvSpPr txBox="1"/>
          <p:nvPr/>
        </p:nvSpPr>
        <p:spPr>
          <a:xfrm>
            <a:off x="323729" y="2281118"/>
            <a:ext cx="3148813" cy="2585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We use the present continuous to talk about actions happening right now or temporary.</a:t>
            </a:r>
          </a:p>
          <a:p>
            <a:pPr marL="0" algn="l" rtl="0" eaLnBrk="1" latinLnBrk="0" hangingPunct="1"/>
            <a:endParaRPr lang="en-US" sz="1800" dirty="0">
              <a:solidFill>
                <a:srgbClr val="FFFFFF"/>
              </a:solidFill>
              <a:effectLst/>
              <a:latin typeface="Century Gothic" panose="020B0502020202020204" pitchFamily="34" charset="0"/>
            </a:endParaRPr>
          </a:p>
          <a:p>
            <a:pPr marL="0" algn="l" rtl="0" eaLnBrk="1" latinLnBrk="0" hangingPunct="1">
              <a:buNone/>
            </a:pPr>
            <a:r>
              <a:rPr lang="en-US" sz="180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In the present continuous, we use the verb "be" with the subject and add "-ing" to the main verb.</a:t>
            </a: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42AE5EE4-7EF1-4492-8FDC-FF2CC699F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918512"/>
              </p:ext>
            </p:extLst>
          </p:nvPr>
        </p:nvGraphicFramePr>
        <p:xfrm>
          <a:off x="3948550" y="1368332"/>
          <a:ext cx="7919721" cy="135128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4501327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943163985"/>
                    </a:ext>
                  </a:extLst>
                </a:gridCol>
                <a:gridCol w="3003868">
                  <a:extLst>
                    <a:ext uri="{9D8B030D-6E8A-4147-A177-3AD203B41FA5}">
                      <a16:colId xmlns:a16="http://schemas.microsoft.com/office/drawing/2014/main" val="3793896080"/>
                    </a:ext>
                  </a:extLst>
                </a:gridCol>
                <a:gridCol w="2905443">
                  <a:extLst>
                    <a:ext uri="{9D8B030D-6E8A-4147-A177-3AD203B41FA5}">
                      <a16:colId xmlns:a16="http://schemas.microsoft.com/office/drawing/2014/main" val="1847667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Aux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Affirmative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Negative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896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 am playing the guitar now.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I’m not washing the dishes.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552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He, She, It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 is playing the guitar now.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She isn’t washing the dishes.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609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You, We, They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They are playing the guitar now.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They aren’t washing the dishes.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358518"/>
                  </a:ext>
                </a:extLst>
              </a:tr>
            </a:tbl>
          </a:graphicData>
        </a:graphic>
      </p:graphicFrame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C653767-2693-6CC3-3B00-EBF921A62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843178"/>
              </p:ext>
            </p:extLst>
          </p:nvPr>
        </p:nvGraphicFramePr>
        <p:xfrm>
          <a:off x="4923592" y="3274788"/>
          <a:ext cx="5969635" cy="221488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4094480">
                  <a:extLst>
                    <a:ext uri="{9D8B030D-6E8A-4147-A177-3AD203B41FA5}">
                      <a16:colId xmlns:a16="http://schemas.microsoft.com/office/drawing/2014/main" val="1778237080"/>
                    </a:ext>
                  </a:extLst>
                </a:gridCol>
                <a:gridCol w="1875155">
                  <a:extLst>
                    <a:ext uri="{9D8B030D-6E8A-4147-A177-3AD203B41FA5}">
                      <a16:colId xmlns:a16="http://schemas.microsoft.com/office/drawing/2014/main" val="22802929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Closed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Closed 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17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 I playing?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dirty="0"/>
                        <a:t>Yes, S+ Aux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No, S +Aux (-)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95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Is it raining?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18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Are they sleeping?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rgbClr val="7DB0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29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Open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</a:rPr>
                        <a:t>Open 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47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QW + Aux + Sub + Verb (+ Comp)?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Affirmative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533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82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mbra extrema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TM02900771[[fn=Segmento]]</Template>
  <TotalTime>1765</TotalTime>
  <Words>1008</Words>
  <Application>Microsoft Office PowerPoint</Application>
  <PresentationFormat>Panorámica</PresentationFormat>
  <Paragraphs>269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Gothic</vt:lpstr>
      <vt:lpstr>Wingdings 3</vt:lpstr>
      <vt:lpstr>Sector</vt:lpstr>
      <vt:lpstr>Foundations 3</vt:lpstr>
      <vt:lpstr>Evaluation Criteria</vt:lpstr>
      <vt:lpstr>Unit 1  Connections</vt:lpstr>
      <vt:lpstr>Verb “To be”</vt:lpstr>
      <vt:lpstr>Possessive Adjectives</vt:lpstr>
      <vt:lpstr>Possessive Pronouns</vt:lpstr>
      <vt:lpstr>Unit 2 – Work and Study</vt:lpstr>
      <vt:lpstr>Presentación de PowerPoint</vt:lpstr>
      <vt:lpstr>Simple Present</vt:lpstr>
      <vt:lpstr>Presentación de PowerPoint</vt:lpstr>
      <vt:lpstr>Time expressions</vt:lpstr>
      <vt:lpstr>This / That / These / Those</vt:lpstr>
      <vt:lpstr>Unit 3 – Let’s move</vt:lpstr>
      <vt:lpstr>Present Continuous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 Manuel Cabrera Martinez</dc:creator>
  <cp:lastModifiedBy>Joan Manuel Cabrera Martinez</cp:lastModifiedBy>
  <cp:revision>2</cp:revision>
  <dcterms:created xsi:type="dcterms:W3CDTF">2025-10-06T00:39:52Z</dcterms:created>
  <dcterms:modified xsi:type="dcterms:W3CDTF">2026-01-09T13:34:15Z</dcterms:modified>
</cp:coreProperties>
</file>